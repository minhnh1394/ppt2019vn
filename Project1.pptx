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  <p:sldMasterId id="2147483648" r:id="rId2"/>
  </p:sldMasterIdLst>
  <p:notesMasterIdLst>
    <p:notesMasterId r:id="rId10"/>
  </p:notesMasterIdLst>
  <p:sldIdLst>
    <p:sldId id="260" r:id="rId3"/>
    <p:sldId id="256" r:id="rId4"/>
    <p:sldId id="261" r:id="rId5"/>
    <p:sldId id="258" r:id="rId6"/>
    <p:sldId id="259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6D5C"/>
    <a:srgbClr val="A58A67"/>
    <a:srgbClr val="96C83D"/>
    <a:srgbClr val="7C99CD"/>
    <a:srgbClr val="2B2B2B"/>
    <a:srgbClr val="59595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39" d="100"/>
          <a:sy n="139" d="100"/>
        </p:scale>
        <p:origin x="804" y="12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presProps" Target="presProps.xml"/><Relationship Id="rId5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spc="100" baseline="0">
                <a:solidFill>
                  <a:schemeClr val="lt1">
                    <a:lumMod val="95000"/>
                  </a:schemeClr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n-lt"/>
                <a:ea typeface="+mn-ea"/>
                <a:cs typeface="+mn-cs"/>
              </a:defRPr>
            </a:pPr>
            <a:r>
              <a:rPr lang="en-CA" dirty="0"/>
              <a:t>Annual Snowfall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spc="100" baseline="0">
              <a:solidFill>
                <a:schemeClr val="lt1">
                  <a:lumMod val="95000"/>
                </a:schemeClr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view3D>
      <c:rotX val="15"/>
      <c:rotY val="20"/>
      <c:depthPercent val="100"/>
      <c:rAngAx val="1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bar3D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Zermant</c:v>
                </c:pt>
              </c:strCache>
            </c:strRef>
          </c:tx>
          <c:spPr>
            <a:solidFill>
              <a:schemeClr val="accent1">
                <a:shade val="75000"/>
                <a:satMod val="160000"/>
              </a:schemeClr>
            </a:solidFill>
            <a:ln>
              <a:noFill/>
            </a:ln>
            <a:effectLst>
              <a:outerShdw blurRad="76200" dist="25400" dir="5400000" algn="tl" rotWithShape="0">
                <a:srgbClr val="000000">
                  <a:alpha val="55000"/>
                </a:srgbClr>
              </a:outerShdw>
            </a:effectLst>
            <a:scene3d>
              <a:camera prst="orthographicFront">
                <a:rot lat="0" lon="0" rev="0"/>
              </a:camera>
              <a:lightRig rig="brightRoom" dir="tl"/>
            </a:scene3d>
            <a:sp3d prstMaterial="flat">
              <a:bevelT w="0" h="0" prst="coolSlant"/>
              <a:contourClr>
                <a:scrgbClr r="0" g="0" b="0">
                  <a:shade val="25000"/>
                  <a:satMod val="140000"/>
                </a:scrgbClr>
              </a:contourClr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2014</c:v>
                </c:pt>
                <c:pt idx="1">
                  <c:v>2015</c:v>
                </c:pt>
                <c:pt idx="2">
                  <c:v>2016</c:v>
                </c:pt>
              </c:numCache>
            </c:num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1197</c:v>
                </c:pt>
                <c:pt idx="1">
                  <c:v>1410</c:v>
                </c:pt>
                <c:pt idx="2">
                  <c:v>1244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24B-48A5-87AB-D3E0C320322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Banff</c:v>
                </c:pt>
              </c:strCache>
            </c:strRef>
          </c:tx>
          <c:spPr>
            <a:solidFill>
              <a:schemeClr val="accent2">
                <a:shade val="75000"/>
                <a:satMod val="160000"/>
              </a:schemeClr>
            </a:solidFill>
            <a:ln>
              <a:noFill/>
            </a:ln>
            <a:effectLst>
              <a:outerShdw blurRad="76200" dist="25400" dir="5400000" algn="tl" rotWithShape="0">
                <a:srgbClr val="000000">
                  <a:alpha val="55000"/>
                </a:srgbClr>
              </a:outerShdw>
            </a:effectLst>
            <a:scene3d>
              <a:camera prst="orthographicFront">
                <a:rot lat="0" lon="0" rev="0"/>
              </a:camera>
              <a:lightRig rig="brightRoom" dir="tl"/>
            </a:scene3d>
            <a:sp3d prstMaterial="flat">
              <a:bevelT w="0" h="0" prst="coolSlant"/>
              <a:contourClr>
                <a:scrgbClr r="0" g="0" b="0">
                  <a:shade val="25000"/>
                  <a:satMod val="140000"/>
                </a:scrgbClr>
              </a:contourClr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2014</c:v>
                </c:pt>
                <c:pt idx="1">
                  <c:v>2015</c:v>
                </c:pt>
                <c:pt idx="2">
                  <c:v>2016</c:v>
                </c:pt>
              </c:numCache>
            </c:numRef>
          </c:cat>
          <c:val>
            <c:numRef>
              <c:f>Sheet1!$C$2:$C$4</c:f>
              <c:numCache>
                <c:formatCode>General</c:formatCode>
                <c:ptCount val="3"/>
                <c:pt idx="0">
                  <c:v>856</c:v>
                </c:pt>
                <c:pt idx="1">
                  <c:v>1045</c:v>
                </c:pt>
                <c:pt idx="2">
                  <c:v>988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24B-48A5-87AB-D3E0C320322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Chamonix </c:v>
                </c:pt>
              </c:strCache>
            </c:strRef>
          </c:tx>
          <c:spPr>
            <a:solidFill>
              <a:schemeClr val="accent3">
                <a:shade val="75000"/>
                <a:satMod val="160000"/>
              </a:schemeClr>
            </a:solidFill>
            <a:ln>
              <a:noFill/>
            </a:ln>
            <a:effectLst>
              <a:outerShdw blurRad="76200" dist="25400" dir="5400000" algn="tl" rotWithShape="0">
                <a:srgbClr val="000000">
                  <a:alpha val="55000"/>
                </a:srgbClr>
              </a:outerShdw>
            </a:effectLst>
            <a:scene3d>
              <a:camera prst="orthographicFront">
                <a:rot lat="0" lon="0" rev="0"/>
              </a:camera>
              <a:lightRig rig="brightRoom" dir="tl"/>
            </a:scene3d>
            <a:sp3d prstMaterial="flat">
              <a:bevelT w="0" h="0" prst="coolSlant"/>
              <a:contourClr>
                <a:scrgbClr r="0" g="0" b="0">
                  <a:shade val="25000"/>
                  <a:satMod val="140000"/>
                </a:scrgbClr>
              </a:contourClr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2014</c:v>
                </c:pt>
                <c:pt idx="1">
                  <c:v>2015</c:v>
                </c:pt>
                <c:pt idx="2">
                  <c:v>2016</c:v>
                </c:pt>
              </c:numCache>
            </c:numRef>
          </c:cat>
          <c:val>
            <c:numRef>
              <c:f>Sheet1!$D$2:$D$4</c:f>
              <c:numCache>
                <c:formatCode>General</c:formatCode>
                <c:ptCount val="3"/>
                <c:pt idx="0">
                  <c:v>1311</c:v>
                </c:pt>
                <c:pt idx="1">
                  <c:v>1277</c:v>
                </c:pt>
                <c:pt idx="2">
                  <c:v>1447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24B-48A5-87AB-D3E0C320322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5"/>
        <c:shape val="box"/>
        <c:axId val="204774080"/>
        <c:axId val="204774640"/>
        <c:axId val="0"/>
      </c:bar3DChart>
      <c:catAx>
        <c:axId val="2047740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lt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4774640"/>
        <c:crosses val="autoZero"/>
        <c:auto val="1"/>
        <c:lblAlgn val="ctr"/>
        <c:lblOffset val="100"/>
        <c:noMultiLvlLbl val="0"/>
      </c:catAx>
      <c:valAx>
        <c:axId val="20477464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dk1">
                  <a:lumMod val="50000"/>
                  <a:lumOff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lt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47740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lt1">
                  <a:lumMod val="8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gradFill flip="none" rotWithShape="1">
      <a:gsLst>
        <a:gs pos="0">
          <a:schemeClr val="dk1">
            <a:lumMod val="65000"/>
            <a:lumOff val="35000"/>
          </a:schemeClr>
        </a:gs>
        <a:gs pos="100000">
          <a:schemeClr val="dk1">
            <a:lumMod val="85000"/>
            <a:lumOff val="15000"/>
          </a:schemeClr>
        </a:gs>
      </a:gsLst>
      <a:path path="circle">
        <a:fillToRect l="50000" t="50000" r="50000" b="50000"/>
      </a:path>
      <a:tileRect/>
    </a:gradFill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4">
  <cs:axisTitle>
    <cs:lnRef idx="0"/>
    <cs:fillRef idx="0"/>
    <cs:effectRef idx="0"/>
    <cs:fontRef idx="minor">
      <a:schemeClr val="lt1">
        <a:lumMod val="85000"/>
      </a:schemeClr>
    </cs:fontRef>
    <cs:defRPr sz="1197" b="1" kern="1200" cap="all"/>
  </cs:axisTitle>
  <cs:categoryAxis>
    <cs:lnRef idx="0"/>
    <cs:fillRef idx="0"/>
    <cs:effectRef idx="0"/>
    <cs:fontRef idx="minor">
      <a:schemeClr val="lt1">
        <a:lumMod val="85000"/>
      </a:schemeClr>
    </cs:fontRef>
    <cs:spPr/>
    <cs:defRPr sz="1197" kern="1200"/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dk1">
              <a:lumMod val="65000"/>
              <a:lumOff val="35000"/>
            </a:schemeClr>
          </a:gs>
          <a:gs pos="100000">
            <a:schemeClr val="dk1">
              <a:lumMod val="85000"/>
              <a:lumOff val="15000"/>
            </a:schemeClr>
          </a:gs>
        </a:gsLst>
        <a:path path="circle">
          <a:fillToRect l="50000" t="50000" r="50000" b="50000"/>
        </a:path>
        <a:tileRect/>
      </a:gradFill>
    </cs:spPr>
    <cs:defRPr sz="1330" kern="1200"/>
  </cs:chartArea>
  <cs:dataLabel>
    <cs:lnRef idx="0"/>
    <cs:fillRef idx="0"/>
    <cs:effectRef idx="0"/>
    <cs:fontRef idx="minor">
      <a:schemeClr val="lt1">
        <a:lumMod val="8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tx1"/>
    </cs:fontRef>
  </cs:dataPoint>
  <cs:dataPoint3D>
    <cs:lnRef idx="0"/>
    <cs:fillRef idx="3">
      <cs:styleClr val="auto"/>
    </cs:fillRef>
    <cs:effectRef idx="3"/>
    <cs:fontRef idx="minor">
      <a:schemeClr val="tx1"/>
    </cs:fontRef>
  </cs:dataPoint3D>
  <cs:dataPointLine>
    <cs:lnRef idx="0">
      <cs:styleClr val="auto"/>
    </cs:lnRef>
    <cs:fillRef idx="3"/>
    <cs:effectRef idx="3"/>
    <cs:fontRef idx="minor">
      <a:schemeClr val="tx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tx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lt1">
        <a:lumMod val="85000"/>
      </a:schemeClr>
    </cs:fontRef>
    <cs:spPr>
      <a:ln w="9525">
        <a:solidFill>
          <a:schemeClr val="lt1">
            <a:lumMod val="95000"/>
            <a:alpha val="54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>
        <a:solidFill>
          <a:schemeClr val="lt1">
            <a:lumMod val="95000"/>
            <a:alpha val="54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dk1">
            <a:lumMod val="50000"/>
            <a:lumOff val="50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>
        <a:solidFill>
          <a:schemeClr val="dk1">
            <a:lumMod val="60000"/>
            <a:lumOff val="40000"/>
          </a:schemeClr>
        </a:solidFill>
      </a:ln>
    </cs:spPr>
  </cs:gridlineMinor>
  <cs:hiLo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</a:ln>
    </cs:spPr>
  </cs:leaderLine>
  <cs:legend>
    <cs:lnRef idx="0"/>
    <cs:fillRef idx="0"/>
    <cs:effectRef idx="0"/>
    <cs:fontRef idx="minor">
      <a:schemeClr val="lt1">
        <a:lumMod val="85000"/>
      </a:schemeClr>
    </cs:fontRef>
    <cs:defRPr sz="1197" kern="1200"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lt1">
        <a:lumMod val="85000"/>
      </a:schemeClr>
    </cs:fontRef>
    <cs:spPr/>
    <cs:defRPr sz="1197" kern="1200"/>
  </cs:seriesAxis>
  <cs:seriesLine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  <a:alpha val="54000"/>
          </a:schemeClr>
        </a:solidFill>
        <a:round/>
      </a:ln>
    </cs:spPr>
  </cs:seriesLine>
  <cs:title>
    <cs:lnRef idx="0"/>
    <cs:fillRef idx="0"/>
    <cs:effectRef idx="0"/>
    <cs:fontRef idx="minor">
      <a:schemeClr val="lt1">
        <a:lumMod val="95000"/>
      </a:schemeClr>
    </cs:fontRef>
    <cs:defRPr sz="2128" b="1" kern="1200" spc="100" baseline="0">
      <a:effectLst>
        <a:outerShdw blurRad="50800" dist="38100" dir="5400000" algn="t" rotWithShape="0">
          <a:prstClr val="black">
            <a:alpha val="40000"/>
          </a:prstClr>
        </a:outerShdw>
      </a:effectLst>
    </cs:defRPr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lt1">
        <a:lumMod val="8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>
        <a:solidFill>
          <a:schemeClr val="lt1">
            <a:lumMod val="95000"/>
            <a:alpha val="54000"/>
          </a:schemeClr>
        </a:solidFill>
      </a:ln>
    </cs:spPr>
  </cs:upBar>
  <cs:valueAxis>
    <cs:lnRef idx="0"/>
    <cs:fillRef idx="0"/>
    <cs:effectRef idx="0"/>
    <cs:fontRef idx="minor">
      <a:schemeClr val="lt1">
        <a:lumMod val="85000"/>
      </a:schemeClr>
    </cs:fontRef>
    <cs:defRPr sz="1197" kern="1200"/>
  </cs:valueAxis>
  <cs:wall>
    <cs:lnRef idx="0"/>
    <cs:fillRef idx="0"/>
    <cs:effectRef idx="0"/>
    <cs:fontRef idx="minor">
      <a:schemeClr val="tx1"/>
    </cs:fontRef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A9414F2-D59E-4582-B600-1508FEF4DF20}" type="doc">
      <dgm:prSet loTypeId="urn:microsoft.com/office/officeart/2005/8/layout/list1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F716FE90-D6C9-428C-897E-38AED99E2544}">
      <dgm:prSet custT="1"/>
      <dgm:spPr>
        <a:solidFill>
          <a:srgbClr val="7C99CD"/>
        </a:solidFill>
      </dgm:spPr>
      <dgm:t>
        <a:bodyPr/>
        <a:lstStyle/>
        <a:p>
          <a:r>
            <a:rPr lang="en-CA" sz="1200" baseline="0" dirty="0" err="1"/>
            <a:t>Wapta</a:t>
          </a:r>
          <a:r>
            <a:rPr lang="en-CA" sz="1200" baseline="0" dirty="0"/>
            <a:t> Icefield Ski Traverse, Canada</a:t>
          </a:r>
          <a:endParaRPr lang="en-US" sz="1200" dirty="0"/>
        </a:p>
      </dgm:t>
    </dgm:pt>
    <dgm:pt modelId="{A2A2C6F5-02DA-43A6-935D-010122FC2A77}" type="parTrans" cxnId="{67A9339C-A9C4-44C5-BBA9-0B16E5C46FF9}">
      <dgm:prSet/>
      <dgm:spPr/>
      <dgm:t>
        <a:bodyPr/>
        <a:lstStyle/>
        <a:p>
          <a:endParaRPr lang="en-US"/>
        </a:p>
      </dgm:t>
    </dgm:pt>
    <dgm:pt modelId="{633E4600-0031-425A-BE73-47673AE20BBE}" type="sibTrans" cxnId="{67A9339C-A9C4-44C5-BBA9-0B16E5C46FF9}">
      <dgm:prSet/>
      <dgm:spPr/>
      <dgm:t>
        <a:bodyPr/>
        <a:lstStyle/>
        <a:p>
          <a:endParaRPr lang="en-US"/>
        </a:p>
      </dgm:t>
    </dgm:pt>
    <dgm:pt modelId="{5EBA1199-42D2-4EEA-AE9F-94A4CE42B158}">
      <dgm:prSet custT="1"/>
      <dgm:spPr>
        <a:solidFill>
          <a:srgbClr val="96C83D"/>
        </a:solidFill>
      </dgm:spPr>
      <dgm:t>
        <a:bodyPr/>
        <a:lstStyle/>
        <a:p>
          <a:r>
            <a:rPr lang="en-CA" sz="1200" baseline="0" dirty="0" err="1"/>
            <a:t>Berner</a:t>
          </a:r>
          <a:r>
            <a:rPr lang="en-CA" sz="1200" baseline="0" dirty="0"/>
            <a:t> </a:t>
          </a:r>
          <a:r>
            <a:rPr lang="en-CA" sz="1200" baseline="0" dirty="0" err="1"/>
            <a:t>Oberland</a:t>
          </a:r>
          <a:r>
            <a:rPr lang="en-CA" sz="1200" baseline="0" dirty="0"/>
            <a:t> Ski Tour, Switzerland</a:t>
          </a:r>
          <a:endParaRPr lang="en-US" sz="1200" dirty="0"/>
        </a:p>
      </dgm:t>
    </dgm:pt>
    <dgm:pt modelId="{ED3FEA18-0005-48CF-8D26-D1C872F52B21}" type="parTrans" cxnId="{E8A6A492-A31E-4617-98DA-C278A3B7E4C7}">
      <dgm:prSet/>
      <dgm:spPr/>
      <dgm:t>
        <a:bodyPr/>
        <a:lstStyle/>
        <a:p>
          <a:endParaRPr lang="en-US"/>
        </a:p>
      </dgm:t>
    </dgm:pt>
    <dgm:pt modelId="{C736F56F-E9C4-4409-862E-77F308140520}" type="sibTrans" cxnId="{E8A6A492-A31E-4617-98DA-C278A3B7E4C7}">
      <dgm:prSet/>
      <dgm:spPr/>
      <dgm:t>
        <a:bodyPr/>
        <a:lstStyle/>
        <a:p>
          <a:endParaRPr lang="en-US"/>
        </a:p>
      </dgm:t>
    </dgm:pt>
    <dgm:pt modelId="{041D87BC-2669-45BF-A3CC-F78DDEABF714}">
      <dgm:prSet custT="1"/>
      <dgm:spPr>
        <a:solidFill>
          <a:srgbClr val="A58A67"/>
        </a:solidFill>
      </dgm:spPr>
      <dgm:t>
        <a:bodyPr/>
        <a:lstStyle/>
        <a:p>
          <a:r>
            <a:rPr lang="fr-FR" sz="1200" baseline="0"/>
            <a:t>La Vanoise Ski Tour, France</a:t>
          </a:r>
          <a:endParaRPr lang="en-US" sz="1200"/>
        </a:p>
      </dgm:t>
    </dgm:pt>
    <dgm:pt modelId="{F28BEF06-A6DF-4610-A801-2820E7B3596D}" type="parTrans" cxnId="{BA0B51CF-4C4B-45E5-AF47-1A08E48260A3}">
      <dgm:prSet/>
      <dgm:spPr/>
      <dgm:t>
        <a:bodyPr/>
        <a:lstStyle/>
        <a:p>
          <a:endParaRPr lang="en-US"/>
        </a:p>
      </dgm:t>
    </dgm:pt>
    <dgm:pt modelId="{20879F9F-EB6C-4F7B-B9AD-DEE921C8D2C8}" type="sibTrans" cxnId="{BA0B51CF-4C4B-45E5-AF47-1A08E48260A3}">
      <dgm:prSet/>
      <dgm:spPr/>
      <dgm:t>
        <a:bodyPr/>
        <a:lstStyle/>
        <a:p>
          <a:endParaRPr lang="en-US"/>
        </a:p>
      </dgm:t>
    </dgm:pt>
    <dgm:pt modelId="{7E9E1018-87BA-4038-B05F-332708436BF1}">
      <dgm:prSet custT="1"/>
      <dgm:spPr/>
      <dgm:t>
        <a:bodyPr/>
        <a:lstStyle/>
        <a:p>
          <a:r>
            <a:rPr lang="fr-FR" sz="1200" baseline="0"/>
            <a:t>Haute Route, Switzerland</a:t>
          </a:r>
          <a:endParaRPr lang="en-US" sz="1200"/>
        </a:p>
      </dgm:t>
    </dgm:pt>
    <dgm:pt modelId="{D046BE88-113E-49F2-8993-DF25486AF015}" type="parTrans" cxnId="{19B03696-549A-4AC9-A210-BA9C9F0C9ED4}">
      <dgm:prSet/>
      <dgm:spPr/>
      <dgm:t>
        <a:bodyPr/>
        <a:lstStyle/>
        <a:p>
          <a:endParaRPr lang="en-US"/>
        </a:p>
      </dgm:t>
    </dgm:pt>
    <dgm:pt modelId="{C211E397-A761-490F-AD42-253DF7A054E2}" type="sibTrans" cxnId="{19B03696-549A-4AC9-A210-BA9C9F0C9ED4}">
      <dgm:prSet/>
      <dgm:spPr/>
      <dgm:t>
        <a:bodyPr/>
        <a:lstStyle/>
        <a:p>
          <a:endParaRPr lang="en-US"/>
        </a:p>
      </dgm:t>
    </dgm:pt>
    <dgm:pt modelId="{18AD8BE0-322C-45F3-9018-91CDDE5DDC36}">
      <dgm:prSet custT="1"/>
      <dgm:spPr>
        <a:solidFill>
          <a:srgbClr val="9B6D5C"/>
        </a:solidFill>
      </dgm:spPr>
      <dgm:t>
        <a:bodyPr/>
        <a:lstStyle/>
        <a:p>
          <a:r>
            <a:rPr lang="fr-FR" sz="1200" baseline="0"/>
            <a:t>Monte Rosa Ski Tour, Switzerland</a:t>
          </a:r>
          <a:endParaRPr lang="en-US" sz="1200"/>
        </a:p>
      </dgm:t>
    </dgm:pt>
    <dgm:pt modelId="{8B67F222-6178-41B2-9CFD-6CD38DB1D528}" type="parTrans" cxnId="{8733DCE7-F25B-4CAE-A8CD-B1C096435E8E}">
      <dgm:prSet/>
      <dgm:spPr/>
      <dgm:t>
        <a:bodyPr/>
        <a:lstStyle/>
        <a:p>
          <a:endParaRPr lang="en-US"/>
        </a:p>
      </dgm:t>
    </dgm:pt>
    <dgm:pt modelId="{94795846-F702-45B3-9A7D-BB56BCFD4272}" type="sibTrans" cxnId="{8733DCE7-F25B-4CAE-A8CD-B1C096435E8E}">
      <dgm:prSet/>
      <dgm:spPr/>
      <dgm:t>
        <a:bodyPr/>
        <a:lstStyle/>
        <a:p>
          <a:endParaRPr lang="en-US"/>
        </a:p>
      </dgm:t>
    </dgm:pt>
    <dgm:pt modelId="{E7BECBD5-CEA3-4DEE-B276-A6FDCDA48E44}" type="pres">
      <dgm:prSet presAssocID="{7A9414F2-D59E-4582-B600-1508FEF4DF20}" presName="linear" presStyleCnt="0">
        <dgm:presLayoutVars>
          <dgm:dir/>
          <dgm:animLvl val="lvl"/>
          <dgm:resizeHandles val="exact"/>
        </dgm:presLayoutVars>
      </dgm:prSet>
      <dgm:spPr/>
    </dgm:pt>
    <dgm:pt modelId="{C4EEB7B8-E74C-4E49-AE62-0A43551F863C}" type="pres">
      <dgm:prSet presAssocID="{F716FE90-D6C9-428C-897E-38AED99E2544}" presName="parentLin" presStyleCnt="0"/>
      <dgm:spPr/>
    </dgm:pt>
    <dgm:pt modelId="{C3CDB6F9-62E5-43C2-AB6D-9B01FE17AB85}" type="pres">
      <dgm:prSet presAssocID="{F716FE90-D6C9-428C-897E-38AED99E2544}" presName="parentLeftMargin" presStyleLbl="node1" presStyleIdx="0" presStyleCnt="5"/>
      <dgm:spPr/>
    </dgm:pt>
    <dgm:pt modelId="{E4C54E63-A140-4E7A-BEB4-60712E5A4C0B}" type="pres">
      <dgm:prSet presAssocID="{F716FE90-D6C9-428C-897E-38AED99E2544}" presName="parentText" presStyleLbl="node1" presStyleIdx="0" presStyleCnt="5" custScaleX="101931" custScaleY="185854">
        <dgm:presLayoutVars>
          <dgm:chMax val="0"/>
          <dgm:bulletEnabled val="1"/>
        </dgm:presLayoutVars>
      </dgm:prSet>
      <dgm:spPr/>
    </dgm:pt>
    <dgm:pt modelId="{A8936093-F1F9-4E57-A8E8-EC2EFCB75C5B}" type="pres">
      <dgm:prSet presAssocID="{F716FE90-D6C9-428C-897E-38AED99E2544}" presName="negativeSpace" presStyleCnt="0"/>
      <dgm:spPr/>
    </dgm:pt>
    <dgm:pt modelId="{1C18EA0C-51BC-46D0-A4D3-D33428871FB0}" type="pres">
      <dgm:prSet presAssocID="{F716FE90-D6C9-428C-897E-38AED99E2544}" presName="childText" presStyleLbl="conFgAcc1" presStyleIdx="0" presStyleCnt="5">
        <dgm:presLayoutVars>
          <dgm:bulletEnabled val="1"/>
        </dgm:presLayoutVars>
      </dgm:prSet>
      <dgm:spPr/>
    </dgm:pt>
    <dgm:pt modelId="{407BA189-EE89-4ECE-A555-E6D8CDA2EF75}" type="pres">
      <dgm:prSet presAssocID="{633E4600-0031-425A-BE73-47673AE20BBE}" presName="spaceBetweenRectangles" presStyleCnt="0"/>
      <dgm:spPr/>
    </dgm:pt>
    <dgm:pt modelId="{BF235E64-C8A4-47FB-8860-75D6BA94C4CE}" type="pres">
      <dgm:prSet presAssocID="{5EBA1199-42D2-4EEA-AE9F-94A4CE42B158}" presName="parentLin" presStyleCnt="0"/>
      <dgm:spPr/>
    </dgm:pt>
    <dgm:pt modelId="{C2718DA1-09C7-4AAB-81D7-93C63A61AD14}" type="pres">
      <dgm:prSet presAssocID="{5EBA1199-42D2-4EEA-AE9F-94A4CE42B158}" presName="parentLeftMargin" presStyleLbl="node1" presStyleIdx="0" presStyleCnt="5"/>
      <dgm:spPr/>
    </dgm:pt>
    <dgm:pt modelId="{8B75705E-D46C-445B-9D20-F9C09BB64EEA}" type="pres">
      <dgm:prSet presAssocID="{5EBA1199-42D2-4EEA-AE9F-94A4CE42B158}" presName="parentText" presStyleLbl="node1" presStyleIdx="1" presStyleCnt="5" custScaleX="101931" custScaleY="185854">
        <dgm:presLayoutVars>
          <dgm:chMax val="0"/>
          <dgm:bulletEnabled val="1"/>
        </dgm:presLayoutVars>
      </dgm:prSet>
      <dgm:spPr/>
    </dgm:pt>
    <dgm:pt modelId="{CAFF8E08-E1F3-408C-B08D-598511355388}" type="pres">
      <dgm:prSet presAssocID="{5EBA1199-42D2-4EEA-AE9F-94A4CE42B158}" presName="negativeSpace" presStyleCnt="0"/>
      <dgm:spPr/>
    </dgm:pt>
    <dgm:pt modelId="{2BBB4330-5484-4018-BD64-E9BEDF83BF15}" type="pres">
      <dgm:prSet presAssocID="{5EBA1199-42D2-4EEA-AE9F-94A4CE42B158}" presName="childText" presStyleLbl="conFgAcc1" presStyleIdx="1" presStyleCnt="5">
        <dgm:presLayoutVars>
          <dgm:bulletEnabled val="1"/>
        </dgm:presLayoutVars>
      </dgm:prSet>
      <dgm:spPr/>
    </dgm:pt>
    <dgm:pt modelId="{D0FC4D78-5A43-4F99-A563-544EEE2B4DA7}" type="pres">
      <dgm:prSet presAssocID="{C736F56F-E9C4-4409-862E-77F308140520}" presName="spaceBetweenRectangles" presStyleCnt="0"/>
      <dgm:spPr/>
    </dgm:pt>
    <dgm:pt modelId="{C7874A09-9E14-45AB-BC12-ECC81CE5D8C4}" type="pres">
      <dgm:prSet presAssocID="{041D87BC-2669-45BF-A3CC-F78DDEABF714}" presName="parentLin" presStyleCnt="0"/>
      <dgm:spPr/>
    </dgm:pt>
    <dgm:pt modelId="{CC4EF713-89D5-433A-82E1-49C7ED65F062}" type="pres">
      <dgm:prSet presAssocID="{041D87BC-2669-45BF-A3CC-F78DDEABF714}" presName="parentLeftMargin" presStyleLbl="node1" presStyleIdx="1" presStyleCnt="5"/>
      <dgm:spPr/>
    </dgm:pt>
    <dgm:pt modelId="{019AE2BC-177E-4C7E-893E-A22530495A11}" type="pres">
      <dgm:prSet presAssocID="{041D87BC-2669-45BF-A3CC-F78DDEABF714}" presName="parentText" presStyleLbl="node1" presStyleIdx="2" presStyleCnt="5" custScaleX="101931" custScaleY="185854">
        <dgm:presLayoutVars>
          <dgm:chMax val="0"/>
          <dgm:bulletEnabled val="1"/>
        </dgm:presLayoutVars>
      </dgm:prSet>
      <dgm:spPr/>
    </dgm:pt>
    <dgm:pt modelId="{A08F54D0-DA14-4C20-A4C7-C1E023EEA664}" type="pres">
      <dgm:prSet presAssocID="{041D87BC-2669-45BF-A3CC-F78DDEABF714}" presName="negativeSpace" presStyleCnt="0"/>
      <dgm:spPr/>
    </dgm:pt>
    <dgm:pt modelId="{E40B95E2-A1BD-4940-85DB-308549DF7C0F}" type="pres">
      <dgm:prSet presAssocID="{041D87BC-2669-45BF-A3CC-F78DDEABF714}" presName="childText" presStyleLbl="conFgAcc1" presStyleIdx="2" presStyleCnt="5">
        <dgm:presLayoutVars>
          <dgm:bulletEnabled val="1"/>
        </dgm:presLayoutVars>
      </dgm:prSet>
      <dgm:spPr/>
    </dgm:pt>
    <dgm:pt modelId="{F8E4865A-54FC-464A-B6CD-A7B7AF3129E0}" type="pres">
      <dgm:prSet presAssocID="{20879F9F-EB6C-4F7B-B9AD-DEE921C8D2C8}" presName="spaceBetweenRectangles" presStyleCnt="0"/>
      <dgm:spPr/>
    </dgm:pt>
    <dgm:pt modelId="{517F88F6-9B7B-4670-91D1-AF65EB6740DB}" type="pres">
      <dgm:prSet presAssocID="{7E9E1018-87BA-4038-B05F-332708436BF1}" presName="parentLin" presStyleCnt="0"/>
      <dgm:spPr/>
    </dgm:pt>
    <dgm:pt modelId="{839BF032-7A7D-471A-9BC6-3C689362FD16}" type="pres">
      <dgm:prSet presAssocID="{7E9E1018-87BA-4038-B05F-332708436BF1}" presName="parentLeftMargin" presStyleLbl="node1" presStyleIdx="2" presStyleCnt="5"/>
      <dgm:spPr/>
    </dgm:pt>
    <dgm:pt modelId="{C4D7FD02-CF33-428A-AE56-8EAEDDDADB92}" type="pres">
      <dgm:prSet presAssocID="{7E9E1018-87BA-4038-B05F-332708436BF1}" presName="parentText" presStyleLbl="node1" presStyleIdx="3" presStyleCnt="5" custScaleX="101931" custScaleY="185854">
        <dgm:presLayoutVars>
          <dgm:chMax val="0"/>
          <dgm:bulletEnabled val="1"/>
        </dgm:presLayoutVars>
      </dgm:prSet>
      <dgm:spPr/>
    </dgm:pt>
    <dgm:pt modelId="{D5D742BF-7EE8-492D-8A26-6D7918579052}" type="pres">
      <dgm:prSet presAssocID="{7E9E1018-87BA-4038-B05F-332708436BF1}" presName="negativeSpace" presStyleCnt="0"/>
      <dgm:spPr/>
    </dgm:pt>
    <dgm:pt modelId="{1D6B5376-E4C7-421D-AC80-D938B8C2D602}" type="pres">
      <dgm:prSet presAssocID="{7E9E1018-87BA-4038-B05F-332708436BF1}" presName="childText" presStyleLbl="conFgAcc1" presStyleIdx="3" presStyleCnt="5">
        <dgm:presLayoutVars>
          <dgm:bulletEnabled val="1"/>
        </dgm:presLayoutVars>
      </dgm:prSet>
      <dgm:spPr/>
    </dgm:pt>
    <dgm:pt modelId="{0438CB41-662D-411D-A2F4-FF929D457D48}" type="pres">
      <dgm:prSet presAssocID="{C211E397-A761-490F-AD42-253DF7A054E2}" presName="spaceBetweenRectangles" presStyleCnt="0"/>
      <dgm:spPr/>
    </dgm:pt>
    <dgm:pt modelId="{08273CF0-8849-498A-8120-36A030811C63}" type="pres">
      <dgm:prSet presAssocID="{18AD8BE0-322C-45F3-9018-91CDDE5DDC36}" presName="parentLin" presStyleCnt="0"/>
      <dgm:spPr/>
    </dgm:pt>
    <dgm:pt modelId="{6B0AC2AB-CA05-40EB-8C34-69EAE8FF4A5A}" type="pres">
      <dgm:prSet presAssocID="{18AD8BE0-322C-45F3-9018-91CDDE5DDC36}" presName="parentLeftMargin" presStyleLbl="node1" presStyleIdx="3" presStyleCnt="5"/>
      <dgm:spPr/>
    </dgm:pt>
    <dgm:pt modelId="{8A803EAC-EC61-42E9-B745-9113FD562AD6}" type="pres">
      <dgm:prSet presAssocID="{18AD8BE0-322C-45F3-9018-91CDDE5DDC36}" presName="parentText" presStyleLbl="node1" presStyleIdx="4" presStyleCnt="5" custScaleX="101931" custScaleY="185854">
        <dgm:presLayoutVars>
          <dgm:chMax val="0"/>
          <dgm:bulletEnabled val="1"/>
        </dgm:presLayoutVars>
      </dgm:prSet>
      <dgm:spPr/>
    </dgm:pt>
    <dgm:pt modelId="{D2DA23C7-E59E-451A-9FD1-C6B992935384}" type="pres">
      <dgm:prSet presAssocID="{18AD8BE0-322C-45F3-9018-91CDDE5DDC36}" presName="negativeSpace" presStyleCnt="0"/>
      <dgm:spPr/>
    </dgm:pt>
    <dgm:pt modelId="{236E8A8E-4715-4B89-B2FA-EF298A8B37A5}" type="pres">
      <dgm:prSet presAssocID="{18AD8BE0-322C-45F3-9018-91CDDE5DDC36}" presName="childText" presStyleLbl="conFgAcc1" presStyleIdx="4" presStyleCnt="5">
        <dgm:presLayoutVars>
          <dgm:bulletEnabled val="1"/>
        </dgm:presLayoutVars>
      </dgm:prSet>
      <dgm:spPr/>
    </dgm:pt>
  </dgm:ptLst>
  <dgm:cxnLst>
    <dgm:cxn modelId="{7A3E9504-4E31-4425-A494-07228FA5529C}" type="presOf" srcId="{7E9E1018-87BA-4038-B05F-332708436BF1}" destId="{839BF032-7A7D-471A-9BC6-3C689362FD16}" srcOrd="0" destOrd="0" presId="urn:microsoft.com/office/officeart/2005/8/layout/list1"/>
    <dgm:cxn modelId="{3129B508-2EA3-430B-AF5B-03E0C460BF15}" type="presOf" srcId="{F716FE90-D6C9-428C-897E-38AED99E2544}" destId="{E4C54E63-A140-4E7A-BEB4-60712E5A4C0B}" srcOrd="1" destOrd="0" presId="urn:microsoft.com/office/officeart/2005/8/layout/list1"/>
    <dgm:cxn modelId="{61E3692C-E1FB-4824-8D05-6963A20BC0BE}" type="presOf" srcId="{041D87BC-2669-45BF-A3CC-F78DDEABF714}" destId="{019AE2BC-177E-4C7E-893E-A22530495A11}" srcOrd="1" destOrd="0" presId="urn:microsoft.com/office/officeart/2005/8/layout/list1"/>
    <dgm:cxn modelId="{21ECBA5D-4B38-40AB-8A0F-7FAEEFDF10D5}" type="presOf" srcId="{5EBA1199-42D2-4EEA-AE9F-94A4CE42B158}" destId="{8B75705E-D46C-445B-9D20-F9C09BB64EEA}" srcOrd="1" destOrd="0" presId="urn:microsoft.com/office/officeart/2005/8/layout/list1"/>
    <dgm:cxn modelId="{4E1D5644-BA64-4792-9F40-5E32B7B8914C}" type="presOf" srcId="{5EBA1199-42D2-4EEA-AE9F-94A4CE42B158}" destId="{C2718DA1-09C7-4AAB-81D7-93C63A61AD14}" srcOrd="0" destOrd="0" presId="urn:microsoft.com/office/officeart/2005/8/layout/list1"/>
    <dgm:cxn modelId="{E8A6A492-A31E-4617-98DA-C278A3B7E4C7}" srcId="{7A9414F2-D59E-4582-B600-1508FEF4DF20}" destId="{5EBA1199-42D2-4EEA-AE9F-94A4CE42B158}" srcOrd="1" destOrd="0" parTransId="{ED3FEA18-0005-48CF-8D26-D1C872F52B21}" sibTransId="{C736F56F-E9C4-4409-862E-77F308140520}"/>
    <dgm:cxn modelId="{19B03696-549A-4AC9-A210-BA9C9F0C9ED4}" srcId="{7A9414F2-D59E-4582-B600-1508FEF4DF20}" destId="{7E9E1018-87BA-4038-B05F-332708436BF1}" srcOrd="3" destOrd="0" parTransId="{D046BE88-113E-49F2-8993-DF25486AF015}" sibTransId="{C211E397-A761-490F-AD42-253DF7A054E2}"/>
    <dgm:cxn modelId="{67A9339C-A9C4-44C5-BBA9-0B16E5C46FF9}" srcId="{7A9414F2-D59E-4582-B600-1508FEF4DF20}" destId="{F716FE90-D6C9-428C-897E-38AED99E2544}" srcOrd="0" destOrd="0" parTransId="{A2A2C6F5-02DA-43A6-935D-010122FC2A77}" sibTransId="{633E4600-0031-425A-BE73-47673AE20BBE}"/>
    <dgm:cxn modelId="{93F401A1-EB26-4ACC-8C8C-34F19030AC54}" type="presOf" srcId="{18AD8BE0-322C-45F3-9018-91CDDE5DDC36}" destId="{6B0AC2AB-CA05-40EB-8C34-69EAE8FF4A5A}" srcOrd="0" destOrd="0" presId="urn:microsoft.com/office/officeart/2005/8/layout/list1"/>
    <dgm:cxn modelId="{35B2EBBA-9B4A-4639-8450-6CDEBAFC2AB4}" type="presOf" srcId="{041D87BC-2669-45BF-A3CC-F78DDEABF714}" destId="{CC4EF713-89D5-433A-82E1-49C7ED65F062}" srcOrd="0" destOrd="0" presId="urn:microsoft.com/office/officeart/2005/8/layout/list1"/>
    <dgm:cxn modelId="{E84EABBC-4886-4E5C-A93B-E7D1C14F1ADC}" type="presOf" srcId="{7A9414F2-D59E-4582-B600-1508FEF4DF20}" destId="{E7BECBD5-CEA3-4DEE-B276-A6FDCDA48E44}" srcOrd="0" destOrd="0" presId="urn:microsoft.com/office/officeart/2005/8/layout/list1"/>
    <dgm:cxn modelId="{BA0B51CF-4C4B-45E5-AF47-1A08E48260A3}" srcId="{7A9414F2-D59E-4582-B600-1508FEF4DF20}" destId="{041D87BC-2669-45BF-A3CC-F78DDEABF714}" srcOrd="2" destOrd="0" parTransId="{F28BEF06-A6DF-4610-A801-2820E7B3596D}" sibTransId="{20879F9F-EB6C-4F7B-B9AD-DEE921C8D2C8}"/>
    <dgm:cxn modelId="{9C1365D8-28B0-46D6-9284-48B6F3CFC891}" type="presOf" srcId="{18AD8BE0-322C-45F3-9018-91CDDE5DDC36}" destId="{8A803EAC-EC61-42E9-B745-9113FD562AD6}" srcOrd="1" destOrd="0" presId="urn:microsoft.com/office/officeart/2005/8/layout/list1"/>
    <dgm:cxn modelId="{8733DCE7-F25B-4CAE-A8CD-B1C096435E8E}" srcId="{7A9414F2-D59E-4582-B600-1508FEF4DF20}" destId="{18AD8BE0-322C-45F3-9018-91CDDE5DDC36}" srcOrd="4" destOrd="0" parTransId="{8B67F222-6178-41B2-9CFD-6CD38DB1D528}" sibTransId="{94795846-F702-45B3-9A7D-BB56BCFD4272}"/>
    <dgm:cxn modelId="{B82593EB-D07B-4FB6-9D87-B69A3D594DFC}" type="presOf" srcId="{F716FE90-D6C9-428C-897E-38AED99E2544}" destId="{C3CDB6F9-62E5-43C2-AB6D-9B01FE17AB85}" srcOrd="0" destOrd="0" presId="urn:microsoft.com/office/officeart/2005/8/layout/list1"/>
    <dgm:cxn modelId="{CE2EE8EC-0126-44A8-AADD-D5426233A3D4}" type="presOf" srcId="{7E9E1018-87BA-4038-B05F-332708436BF1}" destId="{C4D7FD02-CF33-428A-AE56-8EAEDDDADB92}" srcOrd="1" destOrd="0" presId="urn:microsoft.com/office/officeart/2005/8/layout/list1"/>
    <dgm:cxn modelId="{DCD791B5-1B3B-4C2D-916E-18F6347B210F}" type="presParOf" srcId="{E7BECBD5-CEA3-4DEE-B276-A6FDCDA48E44}" destId="{C4EEB7B8-E74C-4E49-AE62-0A43551F863C}" srcOrd="0" destOrd="0" presId="urn:microsoft.com/office/officeart/2005/8/layout/list1"/>
    <dgm:cxn modelId="{C34B049A-0BED-4F1E-A74D-23478B26B68C}" type="presParOf" srcId="{C4EEB7B8-E74C-4E49-AE62-0A43551F863C}" destId="{C3CDB6F9-62E5-43C2-AB6D-9B01FE17AB85}" srcOrd="0" destOrd="0" presId="urn:microsoft.com/office/officeart/2005/8/layout/list1"/>
    <dgm:cxn modelId="{9455AF0A-826D-4019-8391-B1B9C3B3DF59}" type="presParOf" srcId="{C4EEB7B8-E74C-4E49-AE62-0A43551F863C}" destId="{E4C54E63-A140-4E7A-BEB4-60712E5A4C0B}" srcOrd="1" destOrd="0" presId="urn:microsoft.com/office/officeart/2005/8/layout/list1"/>
    <dgm:cxn modelId="{65A7A48D-6C21-4183-9DE5-3FBB5945776B}" type="presParOf" srcId="{E7BECBD5-CEA3-4DEE-B276-A6FDCDA48E44}" destId="{A8936093-F1F9-4E57-A8E8-EC2EFCB75C5B}" srcOrd="1" destOrd="0" presId="urn:microsoft.com/office/officeart/2005/8/layout/list1"/>
    <dgm:cxn modelId="{EE72C793-8BE9-4BEE-A737-2E69B6F0AD12}" type="presParOf" srcId="{E7BECBD5-CEA3-4DEE-B276-A6FDCDA48E44}" destId="{1C18EA0C-51BC-46D0-A4D3-D33428871FB0}" srcOrd="2" destOrd="0" presId="urn:microsoft.com/office/officeart/2005/8/layout/list1"/>
    <dgm:cxn modelId="{0AD46F4D-79BC-470A-A2AD-2FDD3AA5D32B}" type="presParOf" srcId="{E7BECBD5-CEA3-4DEE-B276-A6FDCDA48E44}" destId="{407BA189-EE89-4ECE-A555-E6D8CDA2EF75}" srcOrd="3" destOrd="0" presId="urn:microsoft.com/office/officeart/2005/8/layout/list1"/>
    <dgm:cxn modelId="{76D85B48-060B-4420-A2F5-9092BEF05658}" type="presParOf" srcId="{E7BECBD5-CEA3-4DEE-B276-A6FDCDA48E44}" destId="{BF235E64-C8A4-47FB-8860-75D6BA94C4CE}" srcOrd="4" destOrd="0" presId="urn:microsoft.com/office/officeart/2005/8/layout/list1"/>
    <dgm:cxn modelId="{BF915D6D-A1A4-4149-81CB-B22BC86AD7E7}" type="presParOf" srcId="{BF235E64-C8A4-47FB-8860-75D6BA94C4CE}" destId="{C2718DA1-09C7-4AAB-81D7-93C63A61AD14}" srcOrd="0" destOrd="0" presId="urn:microsoft.com/office/officeart/2005/8/layout/list1"/>
    <dgm:cxn modelId="{5E72416E-B35E-4761-837A-9880B775AF75}" type="presParOf" srcId="{BF235E64-C8A4-47FB-8860-75D6BA94C4CE}" destId="{8B75705E-D46C-445B-9D20-F9C09BB64EEA}" srcOrd="1" destOrd="0" presId="urn:microsoft.com/office/officeart/2005/8/layout/list1"/>
    <dgm:cxn modelId="{89BCE96E-DCE1-4475-8BB4-3002CBBFAAD0}" type="presParOf" srcId="{E7BECBD5-CEA3-4DEE-B276-A6FDCDA48E44}" destId="{CAFF8E08-E1F3-408C-B08D-598511355388}" srcOrd="5" destOrd="0" presId="urn:microsoft.com/office/officeart/2005/8/layout/list1"/>
    <dgm:cxn modelId="{8E3A9ECD-773B-4250-B90C-66C569471AA6}" type="presParOf" srcId="{E7BECBD5-CEA3-4DEE-B276-A6FDCDA48E44}" destId="{2BBB4330-5484-4018-BD64-E9BEDF83BF15}" srcOrd="6" destOrd="0" presId="urn:microsoft.com/office/officeart/2005/8/layout/list1"/>
    <dgm:cxn modelId="{79FDDA1F-B20E-4334-8E9B-E5E3228D1034}" type="presParOf" srcId="{E7BECBD5-CEA3-4DEE-B276-A6FDCDA48E44}" destId="{D0FC4D78-5A43-4F99-A563-544EEE2B4DA7}" srcOrd="7" destOrd="0" presId="urn:microsoft.com/office/officeart/2005/8/layout/list1"/>
    <dgm:cxn modelId="{D84ABB48-B11D-43C5-8205-2BC4968F9582}" type="presParOf" srcId="{E7BECBD5-CEA3-4DEE-B276-A6FDCDA48E44}" destId="{C7874A09-9E14-45AB-BC12-ECC81CE5D8C4}" srcOrd="8" destOrd="0" presId="urn:microsoft.com/office/officeart/2005/8/layout/list1"/>
    <dgm:cxn modelId="{741CA2EB-F646-474C-8280-7DCC56BFC8D1}" type="presParOf" srcId="{C7874A09-9E14-45AB-BC12-ECC81CE5D8C4}" destId="{CC4EF713-89D5-433A-82E1-49C7ED65F062}" srcOrd="0" destOrd="0" presId="urn:microsoft.com/office/officeart/2005/8/layout/list1"/>
    <dgm:cxn modelId="{E6A09328-FD01-4051-ABCE-32D45E652C32}" type="presParOf" srcId="{C7874A09-9E14-45AB-BC12-ECC81CE5D8C4}" destId="{019AE2BC-177E-4C7E-893E-A22530495A11}" srcOrd="1" destOrd="0" presId="urn:microsoft.com/office/officeart/2005/8/layout/list1"/>
    <dgm:cxn modelId="{F56D4D75-06EE-4BA2-AFB8-1A5AC3926936}" type="presParOf" srcId="{E7BECBD5-CEA3-4DEE-B276-A6FDCDA48E44}" destId="{A08F54D0-DA14-4C20-A4C7-C1E023EEA664}" srcOrd="9" destOrd="0" presId="urn:microsoft.com/office/officeart/2005/8/layout/list1"/>
    <dgm:cxn modelId="{A00000D7-AFF1-44DA-85B6-C4F0D041C8B8}" type="presParOf" srcId="{E7BECBD5-CEA3-4DEE-B276-A6FDCDA48E44}" destId="{E40B95E2-A1BD-4940-85DB-308549DF7C0F}" srcOrd="10" destOrd="0" presId="urn:microsoft.com/office/officeart/2005/8/layout/list1"/>
    <dgm:cxn modelId="{BF6ED16D-AAEF-437D-8810-D758CBEA5E13}" type="presParOf" srcId="{E7BECBD5-CEA3-4DEE-B276-A6FDCDA48E44}" destId="{F8E4865A-54FC-464A-B6CD-A7B7AF3129E0}" srcOrd="11" destOrd="0" presId="urn:microsoft.com/office/officeart/2005/8/layout/list1"/>
    <dgm:cxn modelId="{0D498FCC-6870-4C9C-8D1C-F8A4A5327BA7}" type="presParOf" srcId="{E7BECBD5-CEA3-4DEE-B276-A6FDCDA48E44}" destId="{517F88F6-9B7B-4670-91D1-AF65EB6740DB}" srcOrd="12" destOrd="0" presId="urn:microsoft.com/office/officeart/2005/8/layout/list1"/>
    <dgm:cxn modelId="{A0D454C9-DC1E-4952-B496-0D55AC4725E2}" type="presParOf" srcId="{517F88F6-9B7B-4670-91D1-AF65EB6740DB}" destId="{839BF032-7A7D-471A-9BC6-3C689362FD16}" srcOrd="0" destOrd="0" presId="urn:microsoft.com/office/officeart/2005/8/layout/list1"/>
    <dgm:cxn modelId="{25CA9A2C-0786-47DD-B81C-089637CFDC55}" type="presParOf" srcId="{517F88F6-9B7B-4670-91D1-AF65EB6740DB}" destId="{C4D7FD02-CF33-428A-AE56-8EAEDDDADB92}" srcOrd="1" destOrd="0" presId="urn:microsoft.com/office/officeart/2005/8/layout/list1"/>
    <dgm:cxn modelId="{0E6CFE79-7092-4BD4-9049-0E50186AB5D2}" type="presParOf" srcId="{E7BECBD5-CEA3-4DEE-B276-A6FDCDA48E44}" destId="{D5D742BF-7EE8-492D-8A26-6D7918579052}" srcOrd="13" destOrd="0" presId="urn:microsoft.com/office/officeart/2005/8/layout/list1"/>
    <dgm:cxn modelId="{32E8F9E4-882E-40B9-BFFC-290D9AF5D962}" type="presParOf" srcId="{E7BECBD5-CEA3-4DEE-B276-A6FDCDA48E44}" destId="{1D6B5376-E4C7-421D-AC80-D938B8C2D602}" srcOrd="14" destOrd="0" presId="urn:microsoft.com/office/officeart/2005/8/layout/list1"/>
    <dgm:cxn modelId="{8EDDA814-338B-42C4-B20C-3D7CBB94DB04}" type="presParOf" srcId="{E7BECBD5-CEA3-4DEE-B276-A6FDCDA48E44}" destId="{0438CB41-662D-411D-A2F4-FF929D457D48}" srcOrd="15" destOrd="0" presId="urn:microsoft.com/office/officeart/2005/8/layout/list1"/>
    <dgm:cxn modelId="{434F546A-390C-492F-B286-2D749B49F57C}" type="presParOf" srcId="{E7BECBD5-CEA3-4DEE-B276-A6FDCDA48E44}" destId="{08273CF0-8849-498A-8120-36A030811C63}" srcOrd="16" destOrd="0" presId="urn:microsoft.com/office/officeart/2005/8/layout/list1"/>
    <dgm:cxn modelId="{0B72CC3F-7505-4201-A9A5-A7B604C7C006}" type="presParOf" srcId="{08273CF0-8849-498A-8120-36A030811C63}" destId="{6B0AC2AB-CA05-40EB-8C34-69EAE8FF4A5A}" srcOrd="0" destOrd="0" presId="urn:microsoft.com/office/officeart/2005/8/layout/list1"/>
    <dgm:cxn modelId="{552A5247-B362-4CE7-BC09-FC6F75A07BF0}" type="presParOf" srcId="{08273CF0-8849-498A-8120-36A030811C63}" destId="{8A803EAC-EC61-42E9-B745-9113FD562AD6}" srcOrd="1" destOrd="0" presId="urn:microsoft.com/office/officeart/2005/8/layout/list1"/>
    <dgm:cxn modelId="{532504EB-4FF6-4AED-A051-5583804EF90E}" type="presParOf" srcId="{E7BECBD5-CEA3-4DEE-B276-A6FDCDA48E44}" destId="{D2DA23C7-E59E-451A-9FD1-C6B992935384}" srcOrd="17" destOrd="0" presId="urn:microsoft.com/office/officeart/2005/8/layout/list1"/>
    <dgm:cxn modelId="{ABB2FA33-131E-4986-B408-536494836434}" type="presParOf" srcId="{E7BECBD5-CEA3-4DEE-B276-A6FDCDA48E44}" destId="{236E8A8E-4715-4B89-B2FA-EF298A8B37A5}" srcOrd="18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8DA4D66-CADA-49E8-8B50-5861D1EBFF71}" type="doc">
      <dgm:prSet loTypeId="urn:microsoft.com/office/officeart/2009/3/layout/IncreasingArrowsProcess" loCatId="process" qsTypeId="urn:microsoft.com/office/officeart/2005/8/quickstyle/simple2" qsCatId="simple" csTypeId="urn:microsoft.com/office/officeart/2005/8/colors/colorful1" csCatId="colorful" phldr="1"/>
      <dgm:spPr/>
    </dgm:pt>
    <dgm:pt modelId="{1AEDC7A8-5863-4E72-80BC-EC842E7B9570}">
      <dgm:prSet phldrT="[Text]"/>
      <dgm:spPr>
        <a:solidFill>
          <a:srgbClr val="7C99CD"/>
        </a:solidFill>
      </dgm:spPr>
      <dgm:t>
        <a:bodyPr/>
        <a:lstStyle/>
        <a:p>
          <a:r>
            <a:rPr lang="en-CA" dirty="0"/>
            <a:t>Marketing and Promotion</a:t>
          </a:r>
        </a:p>
      </dgm:t>
    </dgm:pt>
    <dgm:pt modelId="{B742F825-16AA-44C0-8351-7034A88EA5D1}" type="parTrans" cxnId="{F5F51479-0B49-4D6B-9966-01EF516FA9AE}">
      <dgm:prSet/>
      <dgm:spPr/>
      <dgm:t>
        <a:bodyPr/>
        <a:lstStyle/>
        <a:p>
          <a:endParaRPr lang="en-CA"/>
        </a:p>
      </dgm:t>
    </dgm:pt>
    <dgm:pt modelId="{46AD893A-BEA0-4B27-985F-76FCDB4023B3}" type="sibTrans" cxnId="{F5F51479-0B49-4D6B-9966-01EF516FA9AE}">
      <dgm:prSet/>
      <dgm:spPr/>
      <dgm:t>
        <a:bodyPr/>
        <a:lstStyle/>
        <a:p>
          <a:endParaRPr lang="en-CA"/>
        </a:p>
      </dgm:t>
    </dgm:pt>
    <dgm:pt modelId="{1DA1784F-C329-4E00-9D79-046BCEB4FE91}">
      <dgm:prSet phldrT="[Text]"/>
      <dgm:spPr>
        <a:solidFill>
          <a:srgbClr val="96C83D"/>
        </a:solidFill>
      </dgm:spPr>
      <dgm:t>
        <a:bodyPr/>
        <a:lstStyle/>
        <a:p>
          <a:r>
            <a:rPr lang="en-CA" dirty="0"/>
            <a:t>Sales</a:t>
          </a:r>
        </a:p>
      </dgm:t>
    </dgm:pt>
    <dgm:pt modelId="{487778C0-EE70-47C0-98EA-ED241DC6AE67}" type="parTrans" cxnId="{221F31DC-15E5-4A9E-8D50-E35FC2BC9A5A}">
      <dgm:prSet/>
      <dgm:spPr/>
      <dgm:t>
        <a:bodyPr/>
        <a:lstStyle/>
        <a:p>
          <a:endParaRPr lang="en-CA"/>
        </a:p>
      </dgm:t>
    </dgm:pt>
    <dgm:pt modelId="{A565613A-4311-427C-919E-0367A7B38629}" type="sibTrans" cxnId="{221F31DC-15E5-4A9E-8D50-E35FC2BC9A5A}">
      <dgm:prSet/>
      <dgm:spPr/>
      <dgm:t>
        <a:bodyPr/>
        <a:lstStyle/>
        <a:p>
          <a:endParaRPr lang="en-CA"/>
        </a:p>
      </dgm:t>
    </dgm:pt>
    <dgm:pt modelId="{A99A1F98-6F92-4A69-8B25-73571776FD0F}">
      <dgm:prSet phldrT="[Text]"/>
      <dgm:spPr>
        <a:solidFill>
          <a:srgbClr val="A58A67"/>
        </a:solidFill>
      </dgm:spPr>
      <dgm:t>
        <a:bodyPr/>
        <a:lstStyle/>
        <a:p>
          <a:r>
            <a:rPr lang="en-CA" dirty="0"/>
            <a:t>Scheduling</a:t>
          </a:r>
        </a:p>
      </dgm:t>
    </dgm:pt>
    <dgm:pt modelId="{6E1EFACD-5C51-47CF-B57F-0BA0353C8487}" type="parTrans" cxnId="{2FBDDE24-E91A-435B-BBA6-13FE8D255333}">
      <dgm:prSet/>
      <dgm:spPr/>
      <dgm:t>
        <a:bodyPr/>
        <a:lstStyle/>
        <a:p>
          <a:endParaRPr lang="en-CA"/>
        </a:p>
      </dgm:t>
    </dgm:pt>
    <dgm:pt modelId="{0BBEC68D-124C-46DF-88E8-05C182620A0E}" type="sibTrans" cxnId="{2FBDDE24-E91A-435B-BBA6-13FE8D255333}">
      <dgm:prSet/>
      <dgm:spPr/>
      <dgm:t>
        <a:bodyPr/>
        <a:lstStyle/>
        <a:p>
          <a:endParaRPr lang="en-CA"/>
        </a:p>
      </dgm:t>
    </dgm:pt>
    <dgm:pt modelId="{4250AE5C-012F-43A0-B1E9-B9F521F1A2A6}" type="pres">
      <dgm:prSet presAssocID="{88DA4D66-CADA-49E8-8B50-5861D1EBFF71}" presName="Name0" presStyleCnt="0">
        <dgm:presLayoutVars>
          <dgm:chMax val="5"/>
          <dgm:chPref val="5"/>
          <dgm:dir/>
          <dgm:animLvl val="lvl"/>
        </dgm:presLayoutVars>
      </dgm:prSet>
      <dgm:spPr/>
    </dgm:pt>
    <dgm:pt modelId="{3552694E-2E84-49A2-96BD-31DCA3E8795E}" type="pres">
      <dgm:prSet presAssocID="{1AEDC7A8-5863-4E72-80BC-EC842E7B9570}" presName="parentText1" presStyleLbl="node1" presStyleIdx="0" presStyleCnt="3" custScaleX="98630" custScaleY="184271" custLinFactNeighborX="3618" custLinFactNeighborY="-17513">
        <dgm:presLayoutVars>
          <dgm:chMax/>
          <dgm:chPref val="3"/>
          <dgm:bulletEnabled val="1"/>
        </dgm:presLayoutVars>
      </dgm:prSet>
      <dgm:spPr/>
    </dgm:pt>
    <dgm:pt modelId="{1851069F-2595-4068-89B9-2A2D42684CEA}" type="pres">
      <dgm:prSet presAssocID="{1DA1784F-C329-4E00-9D79-046BCEB4FE91}" presName="parentText2" presStyleLbl="node1" presStyleIdx="1" presStyleCnt="3" custScaleY="164493" custLinFactNeighborX="2499" custLinFactNeighborY="25927">
        <dgm:presLayoutVars>
          <dgm:chMax/>
          <dgm:chPref val="3"/>
          <dgm:bulletEnabled val="1"/>
        </dgm:presLayoutVars>
      </dgm:prSet>
      <dgm:spPr/>
    </dgm:pt>
    <dgm:pt modelId="{426F2A1A-9B0D-46E3-8266-26C55393D89B}" type="pres">
      <dgm:prSet presAssocID="{A99A1F98-6F92-4A69-8B25-73571776FD0F}" presName="parentText3" presStyleLbl="node1" presStyleIdx="2" presStyleCnt="3" custScaleX="136937" custScaleY="145650" custLinFactNeighborX="-16784" custLinFactNeighborY="56502">
        <dgm:presLayoutVars>
          <dgm:chMax/>
          <dgm:chPref val="3"/>
          <dgm:bulletEnabled val="1"/>
        </dgm:presLayoutVars>
      </dgm:prSet>
      <dgm:spPr/>
    </dgm:pt>
  </dgm:ptLst>
  <dgm:cxnLst>
    <dgm:cxn modelId="{2FBDDE24-E91A-435B-BBA6-13FE8D255333}" srcId="{88DA4D66-CADA-49E8-8B50-5861D1EBFF71}" destId="{A99A1F98-6F92-4A69-8B25-73571776FD0F}" srcOrd="2" destOrd="0" parTransId="{6E1EFACD-5C51-47CF-B57F-0BA0353C8487}" sibTransId="{0BBEC68D-124C-46DF-88E8-05C182620A0E}"/>
    <dgm:cxn modelId="{BBBC7728-837E-4EE0-8047-19B5336CC23E}" type="presOf" srcId="{1AEDC7A8-5863-4E72-80BC-EC842E7B9570}" destId="{3552694E-2E84-49A2-96BD-31DCA3E8795E}" srcOrd="0" destOrd="0" presId="urn:microsoft.com/office/officeart/2009/3/layout/IncreasingArrowsProcess"/>
    <dgm:cxn modelId="{66F48669-1FE6-4FD7-8636-A626396017B8}" type="presOf" srcId="{A99A1F98-6F92-4A69-8B25-73571776FD0F}" destId="{426F2A1A-9B0D-46E3-8266-26C55393D89B}" srcOrd="0" destOrd="0" presId="urn:microsoft.com/office/officeart/2009/3/layout/IncreasingArrowsProcess"/>
    <dgm:cxn modelId="{F5F51479-0B49-4D6B-9966-01EF516FA9AE}" srcId="{88DA4D66-CADA-49E8-8B50-5861D1EBFF71}" destId="{1AEDC7A8-5863-4E72-80BC-EC842E7B9570}" srcOrd="0" destOrd="0" parTransId="{B742F825-16AA-44C0-8351-7034A88EA5D1}" sibTransId="{46AD893A-BEA0-4B27-985F-76FCDB4023B3}"/>
    <dgm:cxn modelId="{7C457F59-8F4F-4967-90C9-0889BFFE8194}" type="presOf" srcId="{1DA1784F-C329-4E00-9D79-046BCEB4FE91}" destId="{1851069F-2595-4068-89B9-2A2D42684CEA}" srcOrd="0" destOrd="0" presId="urn:microsoft.com/office/officeart/2009/3/layout/IncreasingArrowsProcess"/>
    <dgm:cxn modelId="{2F079FC4-A45A-4FCF-8606-5BA2B1C6EBF5}" type="presOf" srcId="{88DA4D66-CADA-49E8-8B50-5861D1EBFF71}" destId="{4250AE5C-012F-43A0-B1E9-B9F521F1A2A6}" srcOrd="0" destOrd="0" presId="urn:microsoft.com/office/officeart/2009/3/layout/IncreasingArrowsProcess"/>
    <dgm:cxn modelId="{221F31DC-15E5-4A9E-8D50-E35FC2BC9A5A}" srcId="{88DA4D66-CADA-49E8-8B50-5861D1EBFF71}" destId="{1DA1784F-C329-4E00-9D79-046BCEB4FE91}" srcOrd="1" destOrd="0" parTransId="{487778C0-EE70-47C0-98EA-ED241DC6AE67}" sibTransId="{A565613A-4311-427C-919E-0367A7B38629}"/>
    <dgm:cxn modelId="{B71BB184-5858-4473-971B-C8A6F2E36FF8}" type="presParOf" srcId="{4250AE5C-012F-43A0-B1E9-B9F521F1A2A6}" destId="{3552694E-2E84-49A2-96BD-31DCA3E8795E}" srcOrd="0" destOrd="0" presId="urn:microsoft.com/office/officeart/2009/3/layout/IncreasingArrowsProcess"/>
    <dgm:cxn modelId="{9D8C5280-4089-4166-83EB-2F2D9749BDB3}" type="presParOf" srcId="{4250AE5C-012F-43A0-B1E9-B9F521F1A2A6}" destId="{1851069F-2595-4068-89B9-2A2D42684CEA}" srcOrd="1" destOrd="0" presId="urn:microsoft.com/office/officeart/2009/3/layout/IncreasingArrowsProcess"/>
    <dgm:cxn modelId="{C91E9C09-E037-4659-A013-F234D3543BE1}" type="presParOf" srcId="{4250AE5C-012F-43A0-B1E9-B9F521F1A2A6}" destId="{426F2A1A-9B0D-46E3-8266-26C55393D89B}" srcOrd="2" destOrd="0" presId="urn:microsoft.com/office/officeart/2009/3/layout/IncreasingArrowsProcess"/>
  </dgm:cxnLst>
  <dgm:bg>
    <a:solidFill>
      <a:srgbClr val="595959"/>
    </a:solidFill>
  </dgm:bg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C18EA0C-51BC-46D0-A4D3-D33428871FB0}">
      <dsp:nvSpPr>
        <dsp:cNvPr id="0" name=""/>
        <dsp:cNvSpPr/>
      </dsp:nvSpPr>
      <dsp:spPr>
        <a:xfrm>
          <a:off x="0" y="545782"/>
          <a:ext cx="5638800" cy="277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4C54E63-A140-4E7A-BEB4-60712E5A4C0B}">
      <dsp:nvSpPr>
        <dsp:cNvPr id="0" name=""/>
        <dsp:cNvSpPr/>
      </dsp:nvSpPr>
      <dsp:spPr>
        <a:xfrm>
          <a:off x="281940" y="104637"/>
          <a:ext cx="4023379" cy="603505"/>
        </a:xfrm>
        <a:prstGeom prst="roundRect">
          <a:avLst/>
        </a:prstGeom>
        <a:solidFill>
          <a:srgbClr val="7C99CD"/>
        </a:solidFill>
        <a:ln w="1397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9193" tIns="0" rIns="149193" bIns="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1200" kern="1200" baseline="0" dirty="0" err="1"/>
            <a:t>Wapta</a:t>
          </a:r>
          <a:r>
            <a:rPr lang="en-CA" sz="1200" kern="1200" baseline="0" dirty="0"/>
            <a:t> Icefield Ski Traverse, Canada</a:t>
          </a:r>
          <a:endParaRPr lang="en-US" sz="1200" kern="1200" dirty="0"/>
        </a:p>
      </dsp:txBody>
      <dsp:txXfrm>
        <a:off x="311401" y="134098"/>
        <a:ext cx="3964457" cy="544583"/>
      </dsp:txXfrm>
    </dsp:sp>
    <dsp:sp modelId="{2BBB4330-5484-4018-BD64-E9BEDF83BF15}">
      <dsp:nvSpPr>
        <dsp:cNvPr id="0" name=""/>
        <dsp:cNvSpPr/>
      </dsp:nvSpPr>
      <dsp:spPr>
        <a:xfrm>
          <a:off x="0" y="1323527"/>
          <a:ext cx="5638800" cy="277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B75705E-D46C-445B-9D20-F9C09BB64EEA}">
      <dsp:nvSpPr>
        <dsp:cNvPr id="0" name=""/>
        <dsp:cNvSpPr/>
      </dsp:nvSpPr>
      <dsp:spPr>
        <a:xfrm>
          <a:off x="281940" y="882382"/>
          <a:ext cx="4023379" cy="603505"/>
        </a:xfrm>
        <a:prstGeom prst="roundRect">
          <a:avLst/>
        </a:prstGeom>
        <a:solidFill>
          <a:srgbClr val="96C83D"/>
        </a:solidFill>
        <a:ln w="1397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9193" tIns="0" rIns="149193" bIns="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1200" kern="1200" baseline="0" dirty="0" err="1"/>
            <a:t>Berner</a:t>
          </a:r>
          <a:r>
            <a:rPr lang="en-CA" sz="1200" kern="1200" baseline="0" dirty="0"/>
            <a:t> </a:t>
          </a:r>
          <a:r>
            <a:rPr lang="en-CA" sz="1200" kern="1200" baseline="0" dirty="0" err="1"/>
            <a:t>Oberland</a:t>
          </a:r>
          <a:r>
            <a:rPr lang="en-CA" sz="1200" kern="1200" baseline="0" dirty="0"/>
            <a:t> Ski Tour, Switzerland</a:t>
          </a:r>
          <a:endParaRPr lang="en-US" sz="1200" kern="1200" dirty="0"/>
        </a:p>
      </dsp:txBody>
      <dsp:txXfrm>
        <a:off x="311401" y="911843"/>
        <a:ext cx="3964457" cy="544583"/>
      </dsp:txXfrm>
    </dsp:sp>
    <dsp:sp modelId="{E40B95E2-A1BD-4940-85DB-308549DF7C0F}">
      <dsp:nvSpPr>
        <dsp:cNvPr id="0" name=""/>
        <dsp:cNvSpPr/>
      </dsp:nvSpPr>
      <dsp:spPr>
        <a:xfrm>
          <a:off x="0" y="2101272"/>
          <a:ext cx="5638800" cy="277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19AE2BC-177E-4C7E-893E-A22530495A11}">
      <dsp:nvSpPr>
        <dsp:cNvPr id="0" name=""/>
        <dsp:cNvSpPr/>
      </dsp:nvSpPr>
      <dsp:spPr>
        <a:xfrm>
          <a:off x="281940" y="1660127"/>
          <a:ext cx="4023379" cy="603505"/>
        </a:xfrm>
        <a:prstGeom prst="roundRect">
          <a:avLst/>
        </a:prstGeom>
        <a:solidFill>
          <a:srgbClr val="A58A67"/>
        </a:solidFill>
        <a:ln w="1397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9193" tIns="0" rIns="149193" bIns="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baseline="0"/>
            <a:t>La Vanoise Ski Tour, France</a:t>
          </a:r>
          <a:endParaRPr lang="en-US" sz="1200" kern="1200"/>
        </a:p>
      </dsp:txBody>
      <dsp:txXfrm>
        <a:off x="311401" y="1689588"/>
        <a:ext cx="3964457" cy="544583"/>
      </dsp:txXfrm>
    </dsp:sp>
    <dsp:sp modelId="{1D6B5376-E4C7-421D-AC80-D938B8C2D602}">
      <dsp:nvSpPr>
        <dsp:cNvPr id="0" name=""/>
        <dsp:cNvSpPr/>
      </dsp:nvSpPr>
      <dsp:spPr>
        <a:xfrm>
          <a:off x="0" y="2879017"/>
          <a:ext cx="5638800" cy="277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4D7FD02-CF33-428A-AE56-8EAEDDDADB92}">
      <dsp:nvSpPr>
        <dsp:cNvPr id="0" name=""/>
        <dsp:cNvSpPr/>
      </dsp:nvSpPr>
      <dsp:spPr>
        <a:xfrm>
          <a:off x="281940" y="2437872"/>
          <a:ext cx="4023379" cy="603505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9193" tIns="0" rIns="149193" bIns="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baseline="0"/>
            <a:t>Haute Route, Switzerland</a:t>
          </a:r>
          <a:endParaRPr lang="en-US" sz="1200" kern="1200"/>
        </a:p>
      </dsp:txBody>
      <dsp:txXfrm>
        <a:off x="311401" y="2467333"/>
        <a:ext cx="3964457" cy="544583"/>
      </dsp:txXfrm>
    </dsp:sp>
    <dsp:sp modelId="{236E8A8E-4715-4B89-B2FA-EF298A8B37A5}">
      <dsp:nvSpPr>
        <dsp:cNvPr id="0" name=""/>
        <dsp:cNvSpPr/>
      </dsp:nvSpPr>
      <dsp:spPr>
        <a:xfrm>
          <a:off x="0" y="3656762"/>
          <a:ext cx="5638800" cy="277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A803EAC-EC61-42E9-B745-9113FD562AD6}">
      <dsp:nvSpPr>
        <dsp:cNvPr id="0" name=""/>
        <dsp:cNvSpPr/>
      </dsp:nvSpPr>
      <dsp:spPr>
        <a:xfrm>
          <a:off x="281940" y="3215617"/>
          <a:ext cx="4023379" cy="603505"/>
        </a:xfrm>
        <a:prstGeom prst="roundRect">
          <a:avLst/>
        </a:prstGeom>
        <a:solidFill>
          <a:srgbClr val="9B6D5C"/>
        </a:solidFill>
        <a:ln w="1397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9193" tIns="0" rIns="149193" bIns="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baseline="0"/>
            <a:t>Monte Rosa Ski Tour, Switzerland</a:t>
          </a:r>
          <a:endParaRPr lang="en-US" sz="1200" kern="1200"/>
        </a:p>
      </dsp:txBody>
      <dsp:txXfrm>
        <a:off x="311401" y="3245078"/>
        <a:ext cx="3964457" cy="54458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52694E-2E84-49A2-96BD-31DCA3E8795E}">
      <dsp:nvSpPr>
        <dsp:cNvPr id="0" name=""/>
        <dsp:cNvSpPr/>
      </dsp:nvSpPr>
      <dsp:spPr>
        <a:xfrm>
          <a:off x="32536" y="533403"/>
          <a:ext cx="7741074" cy="2106319"/>
        </a:xfrm>
        <a:prstGeom prst="rightArrow">
          <a:avLst>
            <a:gd name="adj1" fmla="val 50000"/>
            <a:gd name="adj2" fmla="val 50000"/>
          </a:avLst>
        </a:prstGeom>
        <a:solidFill>
          <a:srgbClr val="7C99CD"/>
        </a:solidFill>
        <a:ln w="1714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40970" tIns="140970" rIns="254000" bIns="181460" numCol="1" spcCol="1270" anchor="ctr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3700" kern="1200" dirty="0"/>
            <a:t>Marketing and Promotion</a:t>
          </a:r>
        </a:p>
      </dsp:txBody>
      <dsp:txXfrm>
        <a:off x="32536" y="1059983"/>
        <a:ext cx="7214494" cy="1053159"/>
      </dsp:txXfrm>
    </dsp:sp>
    <dsp:sp modelId="{1851069F-2595-4068-89B9-2A2D42684CEA}">
      <dsp:nvSpPr>
        <dsp:cNvPr id="0" name=""/>
        <dsp:cNvSpPr/>
      </dsp:nvSpPr>
      <dsp:spPr>
        <a:xfrm>
          <a:off x="2247906" y="1524001"/>
          <a:ext cx="5431231" cy="1880246"/>
        </a:xfrm>
        <a:prstGeom prst="rightArrow">
          <a:avLst>
            <a:gd name="adj1" fmla="val 50000"/>
            <a:gd name="adj2" fmla="val 50000"/>
          </a:avLst>
        </a:prstGeom>
        <a:solidFill>
          <a:srgbClr val="96C83D"/>
        </a:solidFill>
        <a:ln w="1714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254000" bIns="18146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3600" kern="1200" dirty="0"/>
            <a:t>Sales</a:t>
          </a:r>
        </a:p>
      </dsp:txBody>
      <dsp:txXfrm>
        <a:off x="2247906" y="1994063"/>
        <a:ext cx="4961170" cy="940123"/>
      </dsp:txXfrm>
    </dsp:sp>
    <dsp:sp modelId="{426F2A1A-9B0D-46E3-8266-26C55393D89B}">
      <dsp:nvSpPr>
        <dsp:cNvPr id="0" name=""/>
        <dsp:cNvSpPr/>
      </dsp:nvSpPr>
      <dsp:spPr>
        <a:xfrm>
          <a:off x="3467086" y="2362202"/>
          <a:ext cx="4127092" cy="1664860"/>
        </a:xfrm>
        <a:prstGeom prst="rightArrow">
          <a:avLst>
            <a:gd name="adj1" fmla="val 50000"/>
            <a:gd name="adj2" fmla="val 50000"/>
          </a:avLst>
        </a:prstGeom>
        <a:solidFill>
          <a:srgbClr val="A58A67"/>
        </a:solidFill>
        <a:ln w="1714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254000" bIns="181460" numCol="1" spcCol="1270" anchor="ctr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3500" kern="1200" dirty="0"/>
            <a:t>Scheduling</a:t>
          </a:r>
        </a:p>
      </dsp:txBody>
      <dsp:txXfrm>
        <a:off x="3467086" y="2778417"/>
        <a:ext cx="3710877" cy="83243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9/3/layout/IncreasingArrowsProcess">
  <dgm:title val=""/>
  <dgm:desc val=""/>
  <dgm:catLst>
    <dgm:cat type="process" pri="55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  <dgm:cxn modelId="60" srcId="0" destId="30" srcOrd="2" destOrd="0"/>
        <dgm:cxn modelId="32" srcId="30" destId="3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  <dgm:cxn modelId="60" srcId="0" destId="30" srcOrd="2" destOrd="0"/>
        <dgm:cxn modelId="32" srcId="30" destId="31" srcOrd="0" destOrd="0"/>
      </dgm:cxnLst>
      <dgm:bg/>
      <dgm:whole/>
    </dgm:dataModel>
  </dgm:clrData>
  <dgm:layoutNode name="Name0">
    <dgm:varLst>
      <dgm:chMax val="5"/>
      <dgm:chPref val="5"/>
      <dgm:dir/>
      <dgm:animLvl val="lvl"/>
    </dgm:varLst>
    <dgm:shape xmlns:r="http://schemas.openxmlformats.org/officeDocument/2006/relationships" r:blip="">
      <dgm:adjLst/>
    </dgm:shape>
    <dgm:choose name="Name1">
      <dgm:if name="Name2" axis="ch" ptType="node" func="cnt" op="equ" val="1">
        <dgm:choose name="Name3">
          <dgm:if name="Name4" axis="ch ch" ptType="node node" func="cnt" op="equ" val="0">
            <dgm:alg type="composite">
              <dgm:param type="ar" val="6.8662"/>
            </dgm:alg>
            <dgm:choose name="Name5">
              <dgm:if name="Name6" func="var" arg="dir" op="equ" val="norm">
                <dgm:constrLst>
                  <dgm:constr type="primFontSz" for="des" forName="parentText1" val="65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/>
                </dgm:constrLst>
              </dgm:if>
              <dgm:else name="Name7">
                <dgm:constrLst>
                  <dgm:constr type="primFontSz" for="des" forName="parentText1" val="65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/>
                </dgm:constrLst>
              </dgm:else>
            </dgm:choose>
          </dgm:if>
          <dgm:else name="Name8">
            <dgm:alg type="composite">
              <dgm:param type="ar" val="1.9864"/>
            </dgm:alg>
            <dgm:choose name="Name9">
              <dgm:if name="Name10" func="var" arg="dir" op="equ" val="norm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2893"/>
                  <dgm:constr type="l" for="ch" forName="childText1" refType="w" fact="0"/>
                  <dgm:constr type="t" for="ch" forName="childText1" refType="h" fact="0.224"/>
                  <dgm:constr type="w" for="ch" forName="childText1" refType="w" fact="0.9241"/>
                  <dgm:constr type="h" for="ch" forName="childText1" refType="h" fact="0.776"/>
                </dgm:constrLst>
              </dgm:if>
              <dgm:else name="Name11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2893"/>
                  <dgm:constr type="l" for="ch" forName="childText1" refType="w" fact="0.076"/>
                  <dgm:constr type="t" for="ch" forName="childText1" refType="h" fact="0.224"/>
                  <dgm:constr type="w" for="ch" forName="childText1" refType="w" fact="0.9241"/>
                  <dgm:constr type="h" for="ch" forName="childText1" refType="h" fact="0.776"/>
                </dgm:constrLst>
              </dgm:else>
            </dgm:choose>
          </dgm:else>
        </dgm:choose>
      </dgm:if>
      <dgm:if name="Name12" axis="ch" ptType="node" func="cnt" op="equ" val="2">
        <dgm:choose name="Name13">
          <dgm:if name="Name14" axis="ch ch" ptType="node node" func="cnt" op="equ" val="0">
            <dgm:alg type="composite">
              <dgm:param type="ar" val="5.1498"/>
            </dgm:alg>
            <dgm:choose name="Name15">
              <dgm:if name="Name16" func="var" arg="dir" op="equ" val="norm">
                <dgm:constrLst>
                  <dgm:constr type="primFontSz" for="des" forName="parentText1" val="65"/>
                  <dgm:constr type="primFontSz" for="des" forName="parentText2" refType="primFontSz" refFor="des" refForName="parent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7501"/>
                  <dgm:constr type="l" for="ch" forName="parentText2" refType="w" fact="0.462"/>
                  <dgm:constr type="t" for="ch" forName="parentText2" refType="h" fact="0.2499"/>
                  <dgm:constr type="w" for="ch" forName="parentText2" refType="w" fact="0.538"/>
                  <dgm:constr type="h" for="ch" forName="parentText2" refType="h" fact="0.7501"/>
                </dgm:constrLst>
              </dgm:if>
              <dgm:else name="Name17">
                <dgm:constrLst>
                  <dgm:constr type="primFontSz" for="des" forName="parentText1" val="65"/>
                  <dgm:constr type="primFontSz" for="des" forName="parentText2" refType="primFontSz" refFor="des" refForName="parent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7501"/>
                  <dgm:constr type="l" for="ch" forName="parentText2" refType="w" fact="0"/>
                  <dgm:constr type="t" for="ch" forName="parentText2" refType="h" fact="0.2499"/>
                  <dgm:constr type="w" for="ch" forName="parentText2" refType="w" fact="0.538"/>
                  <dgm:constr type="h" for="ch" forName="parentText2" refType="h" fact="0.7501"/>
                </dgm:constrLst>
              </dgm:else>
            </dgm:choose>
          </dgm:if>
          <dgm:else name="Name18">
            <dgm:alg type="composite">
              <dgm:param type="ar" val="2.0563"/>
            </dgm:alg>
            <dgm:choose name="Name19">
              <dgm:if name="Name20" func="var" arg="dir" op="equ" val="norm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primFontSz" for="des" forName="childText2" refType="primFontSz" refFor="des" refForName="parentText1" op="lte"/>
                  <dgm:constr type="primFontSz" for="des" forName="childText1" refType="primFontSz" refFor="des" refForName="parentText2" op="lte"/>
                  <dgm:constr type="primFontSz" for="des" forName="childText2" refType="primFontSz" refFor="des" refForName="parentText2" op="lte"/>
                  <dgm:constr type="primFontSz" for="des" forName="parentText2" refType="primFontSz" refFor="des" refForName="parentText1" op="equ"/>
                  <dgm:constr type="primFontSz" for="des" forName="childText2" refType="primFontSz" refFor="des" refForName="child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2995"/>
                  <dgm:constr type="l" for="ch" forName="parentText2" refType="w" fact="0.462"/>
                  <dgm:constr type="t" for="ch" forName="parentText2" refType="h" fact="0.0998"/>
                  <dgm:constr type="w" for="ch" forName="parentText2" refType="w" fact="0.538"/>
                  <dgm:constr type="h" for="ch" forName="parentText2" refType="h" fact="0.2995"/>
                  <dgm:constr type="l" for="ch" forName="childText1" refType="w" fact="0"/>
                  <dgm:constr type="t" for="ch" forName="childText1" refType="h" fact="0.2317"/>
                  <dgm:constr type="w" for="ch" forName="childText1" refType="w" fact="0.462"/>
                  <dgm:constr type="h" for="ch" forName="childText1" refType="h" fact="0.6685"/>
                  <dgm:constr type="l" for="ch" forName="childText2" refType="w" fact="0.462"/>
                  <dgm:constr type="t" for="ch" forName="childText2" refType="h" fact="0.3315"/>
                  <dgm:constr type="w" for="ch" forName="childText2" refType="w" fact="0.462"/>
                  <dgm:constr type="h" for="ch" forName="childText2" refType="h" fact="0.6685"/>
                </dgm:constrLst>
              </dgm:if>
              <dgm:else name="Name21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primFontSz" for="des" forName="childText2" refType="primFontSz" refFor="des" refForName="parentText1" op="lte"/>
                  <dgm:constr type="primFontSz" for="des" forName="childText1" refType="primFontSz" refFor="des" refForName="parentText2" op="lte"/>
                  <dgm:constr type="primFontSz" for="des" forName="childText2" refType="primFontSz" refFor="des" refForName="parentText2" op="lte"/>
                  <dgm:constr type="primFontSz" for="des" forName="parentText2" refType="primFontSz" refFor="des" refForName="parentText1" op="equ"/>
                  <dgm:constr type="primFontSz" for="des" forName="childText2" refType="primFontSz" refFor="des" refForName="child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2995"/>
                  <dgm:constr type="l" for="ch" forName="parentText2" refType="w" fact="0"/>
                  <dgm:constr type="t" for="ch" forName="parentText2" refType="h" fact="0.0998"/>
                  <dgm:constr type="w" for="ch" forName="parentText2" refType="w" fact="0.538"/>
                  <dgm:constr type="h" for="ch" forName="parentText2" refType="h" fact="0.2995"/>
                  <dgm:constr type="l" for="ch" forName="childText1" refType="w" fact="0.538"/>
                  <dgm:constr type="t" for="ch" forName="childText1" refType="h" fact="0.2317"/>
                  <dgm:constr type="w" for="ch" forName="childText1" refType="w" fact="0.462"/>
                  <dgm:constr type="h" for="ch" forName="childText1" refType="h" fact="0.6685"/>
                  <dgm:constr type="l" for="ch" forName="childText2" refType="w" fact="0.076"/>
                  <dgm:constr type="t" for="ch" forName="childText2" refType="h" fact="0.3315"/>
                  <dgm:constr type="w" for="ch" forName="childText2" refType="w" fact="0.462"/>
                  <dgm:constr type="h" for="ch" forName="childText2" refType="h" fact="0.6685"/>
                </dgm:constrLst>
              </dgm:else>
            </dgm:choose>
          </dgm:else>
        </dgm:choose>
      </dgm:if>
      <dgm:if name="Name22" axis="ch" ptType="node" func="cnt" op="equ" val="3">
        <dgm:choose name="Name23">
          <dgm:if name="Name24" axis="ch ch" ptType="node node" func="cnt" op="equ" val="0">
            <dgm:alg type="composite">
              <dgm:param type="ar" val="4.1198"/>
            </dgm:alg>
            <dgm:choose name="Name25">
              <dgm:if name="Name26" func="var" arg="dir" op="equ" val="norm">
                <dgm:constrLst>
                  <dgm:constr type="primFontSz" for="des" forName="parentText1" val="65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6"/>
                  <dgm:constr type="l" for="ch" forName="parentText2" refType="w" fact="0.308"/>
                  <dgm:constr type="t" for="ch" forName="parentText2" refType="h" fact="0.2"/>
                  <dgm:constr type="w" for="ch" forName="parentText2" refType="w" fact="0.692"/>
                  <dgm:constr type="h" for="ch" forName="parentText2" refType="h" fact="0.6"/>
                  <dgm:constr type="l" for="ch" forName="parentText3" refType="w" fact="0.616"/>
                  <dgm:constr type="t" for="ch" forName="parentText3" refType="h" fact="0.4"/>
                  <dgm:constr type="w" for="ch" forName="parentText3" refType="w" fact="0.384"/>
                  <dgm:constr type="h" for="ch" forName="parentText3" refType="h" fact="0.6"/>
                </dgm:constrLst>
              </dgm:if>
              <dgm:else name="Name27">
                <dgm:constrLst>
                  <dgm:constr type="primFontSz" for="des" forName="parentText1" val="65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6"/>
                  <dgm:constr type="l" for="ch" forName="parentText2" refType="w" fact="0"/>
                  <dgm:constr type="t" for="ch" forName="parentText2" refType="h" fact="0.2"/>
                  <dgm:constr type="w" for="ch" forName="parentText2" refType="w" fact="0.692"/>
                  <dgm:constr type="h" for="ch" forName="parentText2" refType="h" fact="0.6"/>
                  <dgm:constr type="l" for="ch" forName="parentText3" refType="w" fact="0"/>
                  <dgm:constr type="t" for="ch" forName="parentText3" refType="h" fact="0.4"/>
                  <dgm:constr type="w" for="ch" forName="parentText3" refType="w" fact="0.384"/>
                  <dgm:constr type="h" for="ch" forName="parentText3" refType="h" fact="0.6"/>
                </dgm:constrLst>
              </dgm:else>
            </dgm:choose>
          </dgm:if>
          <dgm:else name="Name28">
            <dgm:alg type="composite">
              <dgm:param type="ar" val="2.0702"/>
            </dgm:alg>
            <dgm:choose name="Name29">
              <dgm:if name="Name30" func="var" arg="dir" op="equ" val="norm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primFontSz" for="des" forName="childText2" refType="primFontSz" refFor="des" refForName="parentText1" op="lte"/>
                  <dgm:constr type="primFontSz" for="des" forName="childText3" refType="primFontSz" refFor="des" refForName="parentText1" op="lte"/>
                  <dgm:constr type="primFontSz" for="des" forName="childText1" refType="primFontSz" refFor="des" refForName="parentText2" op="lte"/>
                  <dgm:constr type="primFontSz" for="des" forName="childText2" refType="primFontSz" refFor="des" refForName="parentText2" op="lte"/>
                  <dgm:constr type="primFontSz" for="des" forName="childText3" refType="primFontSz" refFor="des" refForName="parentText2" op="lte"/>
                  <dgm:constr type="primFontSz" for="des" forName="childText1" refType="primFontSz" refFor="des" refForName="parentText3" op="lte"/>
                  <dgm:constr type="primFontSz" for="des" forName="childText2" refType="primFontSz" refFor="des" refForName="parentText3" op="lte"/>
                  <dgm:constr type="primFontSz" for="des" forName="childText3" refType="primFontSz" refFor="des" refForName="parentText3" op="lte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childText2" refType="primFontSz" refFor="des" refForName="childText1" op="equ"/>
                  <dgm:constr type="primFontSz" for="des" forName="childText3" refType="primFontSz" refFor="des" refForName="childText1" op="equ"/>
                  <dgm:constr type="l" for="ch" forName="childText1" refType="w" fact="0"/>
                  <dgm:constr type="t" for="ch" forName="childText1" refType="h" fact="0.2325"/>
                  <dgm:constr type="w" for="ch" forName="childText1" refType="w" fact="0.308"/>
                  <dgm:constr type="h" for="ch" forName="childText1" refType="h" fact="0.5808"/>
                  <dgm:constr type="l" for="ch" forName="childText2" refType="w" fact="0.308"/>
                  <dgm:constr type="t" for="ch" forName="childText2" refType="h" fact="0.333"/>
                  <dgm:constr type="w" for="ch" forName="childText2" refType="w" fact="0.308"/>
                  <dgm:constr type="h" for="ch" forName="childText2" refType="h" fact="0.5808"/>
                  <dgm:constr type="l" for="ch" forName="childText3" refType="w" fact="0.616"/>
                  <dgm:constr type="t" for="ch" forName="childText3" refType="h" fact="0.4335"/>
                  <dgm:constr type="w" for="ch" forName="childText3" refType="w" fact="0.308"/>
                  <dgm:constr type="h" for="ch" forName="childText3" refType="h" fact="0.5723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3015"/>
                  <dgm:constr type="l" for="ch" forName="parentText2" refType="w" fact="0.308"/>
                  <dgm:constr type="t" for="ch" forName="parentText2" refType="h" fact="0.1005"/>
                  <dgm:constr type="w" for="ch" forName="parentText2" refType="w" fact="0.692"/>
                  <dgm:constr type="h" for="ch" forName="parentText2" refType="h" fact="0.3015"/>
                  <dgm:constr type="l" for="ch" forName="parentText3" refType="w" fact="0.616"/>
                  <dgm:constr type="t" for="ch" forName="parentText3" refType="h" fact="0.201"/>
                  <dgm:constr type="w" for="ch" forName="parentText3" refType="w" fact="0.384"/>
                  <dgm:constr type="h" for="ch" forName="parentText3" refType="h" fact="0.3015"/>
                </dgm:constrLst>
              </dgm:if>
              <dgm:else name="Name31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primFontSz" for="des" forName="childText2" refType="primFontSz" refFor="des" refForName="parentText1" op="lte"/>
                  <dgm:constr type="primFontSz" for="des" forName="childText3" refType="primFontSz" refFor="des" refForName="parentText1" op="lte"/>
                  <dgm:constr type="primFontSz" for="des" forName="childText1" refType="primFontSz" refFor="des" refForName="parentText2" op="lte"/>
                  <dgm:constr type="primFontSz" for="des" forName="childText2" refType="primFontSz" refFor="des" refForName="parentText2" op="lte"/>
                  <dgm:constr type="primFontSz" for="des" forName="childText3" refType="primFontSz" refFor="des" refForName="parentText2" op="lte"/>
                  <dgm:constr type="primFontSz" for="des" forName="childText1" refType="primFontSz" refFor="des" refForName="parentText3" op="lte"/>
                  <dgm:constr type="primFontSz" for="des" forName="childText2" refType="primFontSz" refFor="des" refForName="parentText3" op="lte"/>
                  <dgm:constr type="primFontSz" for="des" forName="childText3" refType="primFontSz" refFor="des" refForName="parentText3" op="lte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childText2" refType="primFontSz" refFor="des" refForName="childText1" op="equ"/>
                  <dgm:constr type="primFontSz" for="des" forName="childText3" refType="primFontSz" refFor="des" refForName="childText1" op="equ"/>
                  <dgm:constr type="l" for="ch" forName="childText1" refType="w" fact="0.692"/>
                  <dgm:constr type="t" for="ch" forName="childText1" refType="h" fact="0.2325"/>
                  <dgm:constr type="w" for="ch" forName="childText1" refType="w" fact="0.308"/>
                  <dgm:constr type="h" for="ch" forName="childText1" refType="h" fact="0.5808"/>
                  <dgm:constr type="l" for="ch" forName="childText2" refType="w" fact="0.384"/>
                  <dgm:constr type="t" for="ch" forName="childText2" refType="h" fact="0.333"/>
                  <dgm:constr type="w" for="ch" forName="childText2" refType="w" fact="0.308"/>
                  <dgm:constr type="h" for="ch" forName="childText2" refType="h" fact="0.5808"/>
                  <dgm:constr type="l" for="ch" forName="childText3" refType="w" fact="0.076"/>
                  <dgm:constr type="t" for="ch" forName="childText3" refType="h" fact="0.4335"/>
                  <dgm:constr type="w" for="ch" forName="childText3" refType="w" fact="0.308"/>
                  <dgm:constr type="h" for="ch" forName="childText3" refType="h" fact="0.5723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3015"/>
                  <dgm:constr type="l" for="ch" forName="parentText2" refType="w" fact="0"/>
                  <dgm:constr type="t" for="ch" forName="parentText2" refType="h" fact="0.1005"/>
                  <dgm:constr type="w" for="ch" forName="parentText2" refType="w" fact="0.692"/>
                  <dgm:constr type="h" for="ch" forName="parentText2" refType="h" fact="0.3015"/>
                  <dgm:constr type="l" for="ch" forName="parentText3" refType="w" fact="0"/>
                  <dgm:constr type="t" for="ch" forName="parentText3" refType="h" fact="0.201"/>
                  <dgm:constr type="w" for="ch" forName="parentText3" refType="w" fact="0.384"/>
                  <dgm:constr type="h" for="ch" forName="parentText3" refType="h" fact="0.3015"/>
                </dgm:constrLst>
              </dgm:else>
            </dgm:choose>
          </dgm:else>
        </dgm:choose>
      </dgm:if>
      <dgm:if name="Name32" axis="ch" ptType="node" func="cnt" op="equ" val="4">
        <dgm:choose name="Name33">
          <dgm:if name="Name34" axis="ch ch" ptType="node node" func="cnt" op="equ" val="0">
            <dgm:alg type="composite">
              <dgm:param type="ar" val="3.435"/>
            </dgm:alg>
            <dgm:choose name="Name35">
              <dgm:if name="Name36" func="var" arg="dir" op="equ" val="norm">
                <dgm:constrLst>
                  <dgm:constr type="primFontSz" for="des" forName="parentText1" val="65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parentText4" refType="primFontSz" refFor="des" refForName="parent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5001"/>
                  <dgm:constr type="l" for="ch" forName="parentText2" refType="w" fact="0.2305"/>
                  <dgm:constr type="t" for="ch" forName="parentText2" refType="h" fact="0.1666"/>
                  <dgm:constr type="w" for="ch" forName="parentText2" refType="w" fact="0.7695"/>
                  <dgm:constr type="h" for="ch" forName="parentText2" refType="h" fact="0.5001"/>
                  <dgm:constr type="l" for="ch" forName="parentText3" refType="w" fact="0.461"/>
                  <dgm:constr type="t" for="ch" forName="parentText3" refType="h" fact="0.3333"/>
                  <dgm:constr type="w" for="ch" forName="parentText3" refType="w" fact="0.539"/>
                  <dgm:constr type="h" for="ch" forName="parentText3" refType="h" fact="0.5001"/>
                  <dgm:constr type="l" for="ch" forName="parentText4" refType="w" fact="0.6915"/>
                  <dgm:constr type="t" for="ch" forName="parentText4" refType="h" fact="0.4999"/>
                  <dgm:constr type="w" for="ch" forName="parentText4" refType="w" fact="0.3085"/>
                  <dgm:constr type="h" for="ch" forName="parentText4" refType="h" fact="0.5001"/>
                </dgm:constrLst>
              </dgm:if>
              <dgm:else name="Name37">
                <dgm:constrLst>
                  <dgm:constr type="primFontSz" for="des" forName="parentText1" val="65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parentText4" refType="primFontSz" refFor="des" refForName="parent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5001"/>
                  <dgm:constr type="l" for="ch" forName="parentText2" refType="w" fact="0"/>
                  <dgm:constr type="t" for="ch" forName="parentText2" refType="h" fact="0.1666"/>
                  <dgm:constr type="w" for="ch" forName="parentText2" refType="w" fact="0.7695"/>
                  <dgm:constr type="h" for="ch" forName="parentText2" refType="h" fact="0.5001"/>
                  <dgm:constr type="l" for="ch" forName="parentText3" refType="w" fact="0"/>
                  <dgm:constr type="t" for="ch" forName="parentText3" refType="h" fact="0.3333"/>
                  <dgm:constr type="w" for="ch" forName="parentText3" refType="w" fact="0.539"/>
                  <dgm:constr type="h" for="ch" forName="parentText3" refType="h" fact="0.5001"/>
                  <dgm:constr type="l" for="ch" forName="parentText4" refType="w" fact="0"/>
                  <dgm:constr type="t" for="ch" forName="parentText4" refType="h" fact="0.4999"/>
                  <dgm:constr type="w" for="ch" forName="parentText4" refType="w" fact="0.3085"/>
                  <dgm:constr type="h" for="ch" forName="parentText4" refType="h" fact="0.5001"/>
                </dgm:constrLst>
              </dgm:else>
            </dgm:choose>
          </dgm:if>
          <dgm:else name="Name38">
            <dgm:alg type="composite">
              <dgm:param type="ar" val="1.9377"/>
            </dgm:alg>
            <dgm:choose name="Name39">
              <dgm:if name="Name40" func="var" arg="dir" op="equ" val="norm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primFontSz" for="des" forName="childText2" refType="primFontSz" refFor="des" refForName="parentText1" op="lte"/>
                  <dgm:constr type="primFontSz" for="des" forName="childText3" refType="primFontSz" refFor="des" refForName="parentText1" op="lte"/>
                  <dgm:constr type="primFontSz" for="des" forName="childText4" refType="primFontSz" refFor="des" refForName="parentText1" op="lte"/>
                  <dgm:constr type="primFontSz" for="des" forName="childText1" refType="primFontSz" refFor="des" refForName="parentText2" op="lte"/>
                  <dgm:constr type="primFontSz" for="des" forName="childText2" refType="primFontSz" refFor="des" refForName="parentText2" op="lte"/>
                  <dgm:constr type="primFontSz" for="des" forName="childText3" refType="primFontSz" refFor="des" refForName="parentText2" op="lte"/>
                  <dgm:constr type="primFontSz" for="des" forName="childText4" refType="primFontSz" refFor="des" refForName="parentText2" op="lte"/>
                  <dgm:constr type="primFontSz" for="des" forName="childText1" refType="primFontSz" refFor="des" refForName="parentText3" op="lte"/>
                  <dgm:constr type="primFontSz" for="des" forName="childText2" refType="primFontSz" refFor="des" refForName="parentText3" op="lte"/>
                  <dgm:constr type="primFontSz" for="des" forName="childText3" refType="primFontSz" refFor="des" refForName="parentText3" op="lte"/>
                  <dgm:constr type="primFontSz" for="des" forName="childText4" refType="primFontSz" refFor="des" refForName="parentText3" op="lte"/>
                  <dgm:constr type="primFontSz" for="des" forName="childText1" refType="primFontSz" refFor="des" refForName="parentText4" op="lte"/>
                  <dgm:constr type="primFontSz" for="des" forName="childText2" refType="primFontSz" refFor="des" refForName="parentText4" op="lte"/>
                  <dgm:constr type="primFontSz" for="des" forName="childText3" refType="primFontSz" refFor="des" refForName="parentText4" op="lte"/>
                  <dgm:constr type="primFontSz" for="des" forName="childText4" refType="primFontSz" refFor="des" refForName="parentText4" op="lte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parentText4" refType="primFontSz" refFor="des" refForName="parentText1" op="equ"/>
                  <dgm:constr type="primFontSz" for="des" forName="childText2" refType="primFontSz" refFor="des" refForName="childText1" op="equ"/>
                  <dgm:constr type="primFontSz" for="des" forName="childText3" refType="primFontSz" refFor="des" refForName="childText1" op="equ"/>
                  <dgm:constr type="primFontSz" for="des" forName="childText4" refType="primFontSz" refFor="des" refForName="childText1" op="equ"/>
                  <dgm:constr type="l" for="ch" forName="childText1" refType="w" fact="0"/>
                  <dgm:constr type="t" for="ch" forName="childText1" refType="h" fact="0.218"/>
                  <dgm:constr type="w" for="ch" forName="childText1" refType="w" fact="0.2305"/>
                  <dgm:constr type="h" for="ch" forName="childText1" refType="h" fact="0.5218"/>
                  <dgm:constr type="l" for="ch" forName="childText2" refType="w" fact="0.2305"/>
                  <dgm:constr type="t" for="ch" forName="childText2" refType="h" fact="0.312"/>
                  <dgm:constr type="w" for="ch" forName="childText2" refType="w" fact="0.2305"/>
                  <dgm:constr type="h" for="ch" forName="childText2" refType="h" fact="0.5085"/>
                  <dgm:constr type="l" for="ch" forName="childText3" refType="w" fact="0.461"/>
                  <dgm:constr type="t" for="ch" forName="childText3" refType="h" fact="0.406"/>
                  <dgm:constr type="w" for="ch" forName="childText3" refType="w" fact="0.2305"/>
                  <dgm:constr type="h" for="ch" forName="childText3" refType="h" fact="0.5119"/>
                  <dgm:constr type="l" for="ch" forName="childText4" refType="w" fact="0.6915"/>
                  <dgm:constr type="t" for="ch" forName="childText4" refType="h" fact="0.5"/>
                  <dgm:constr type="w" for="ch" forName="childText4" refType="w" fact="0.2326"/>
                  <dgm:constr type="h" for="ch" forName="childText4" refType="h" fact="0.5179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2821"/>
                  <dgm:constr type="l" for="ch" forName="parentText2" refType="w" fact="0.2305"/>
                  <dgm:constr type="t" for="ch" forName="parentText2" refType="h" fact="0.094"/>
                  <dgm:constr type="w" for="ch" forName="parentText2" refType="w" fact="0.7695"/>
                  <dgm:constr type="h" for="ch" forName="parentText2" refType="h" fact="0.2821"/>
                  <dgm:constr type="l" for="ch" forName="parentText3" refType="w" fact="0.461"/>
                  <dgm:constr type="t" for="ch" forName="parentText3" refType="h" fact="0.188"/>
                  <dgm:constr type="w" for="ch" forName="parentText3" refType="w" fact="0.539"/>
                  <dgm:constr type="h" for="ch" forName="parentText3" refType="h" fact="0.2821"/>
                  <dgm:constr type="l" for="ch" forName="parentText4" refType="w" fact="0.6915"/>
                  <dgm:constr type="t" for="ch" forName="parentText4" refType="h" fact="0.282"/>
                  <dgm:constr type="w" for="ch" forName="parentText4" refType="w" fact="0.3085"/>
                  <dgm:constr type="h" for="ch" forName="parentText4" refType="h" fact="0.2821"/>
                </dgm:constrLst>
              </dgm:if>
              <dgm:else name="Name41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primFontSz" for="des" forName="childText2" refType="primFontSz" refFor="des" refForName="parentText1" op="lte"/>
                  <dgm:constr type="primFontSz" for="des" forName="childText3" refType="primFontSz" refFor="des" refForName="parentText1" op="lte"/>
                  <dgm:constr type="primFontSz" for="des" forName="childText4" refType="primFontSz" refFor="des" refForName="parentText1" op="lte"/>
                  <dgm:constr type="primFontSz" for="des" forName="childText1" refType="primFontSz" refFor="des" refForName="parentText2" op="lte"/>
                  <dgm:constr type="primFontSz" for="des" forName="childText2" refType="primFontSz" refFor="des" refForName="parentText2" op="lte"/>
                  <dgm:constr type="primFontSz" for="des" forName="childText3" refType="primFontSz" refFor="des" refForName="parentText2" op="lte"/>
                  <dgm:constr type="primFontSz" for="des" forName="childText4" refType="primFontSz" refFor="des" refForName="parentText2" op="lte"/>
                  <dgm:constr type="primFontSz" for="des" forName="childText1" refType="primFontSz" refFor="des" refForName="parentText3" op="lte"/>
                  <dgm:constr type="primFontSz" for="des" forName="childText2" refType="primFontSz" refFor="des" refForName="parentText3" op="lte"/>
                  <dgm:constr type="primFontSz" for="des" forName="childText3" refType="primFontSz" refFor="des" refForName="parentText3" op="lte"/>
                  <dgm:constr type="primFontSz" for="des" forName="childText4" refType="primFontSz" refFor="des" refForName="parentText3" op="lte"/>
                  <dgm:constr type="primFontSz" for="des" forName="childText1" refType="primFontSz" refFor="des" refForName="parentText4" op="lte"/>
                  <dgm:constr type="primFontSz" for="des" forName="childText2" refType="primFontSz" refFor="des" refForName="parentText4" op="lte"/>
                  <dgm:constr type="primFontSz" for="des" forName="childText3" refType="primFontSz" refFor="des" refForName="parentText4" op="lte"/>
                  <dgm:constr type="primFontSz" for="des" forName="childText4" refType="primFontSz" refFor="des" refForName="parentText4" op="lte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parentText4" refType="primFontSz" refFor="des" refForName="parentText1" op="equ"/>
                  <dgm:constr type="primFontSz" for="des" forName="childText2" refType="primFontSz" refFor="des" refForName="childText1" op="equ"/>
                  <dgm:constr type="primFontSz" for="des" forName="childText3" refType="primFontSz" refFor="des" refForName="childText1" op="equ"/>
                  <dgm:constr type="primFontSz" for="des" forName="childText4" refType="primFontSz" refFor="des" refForName="childText1" op="equ"/>
                  <dgm:constr type="l" for="ch" forName="childText1" refType="w" fact="0.7695"/>
                  <dgm:constr type="t" for="ch" forName="childText1" refType="h" fact="0.218"/>
                  <dgm:constr type="w" for="ch" forName="childText1" refType="w" fact="0.2305"/>
                  <dgm:constr type="h" for="ch" forName="childText1" refType="h" fact="0.5218"/>
                  <dgm:constr type="l" for="ch" forName="childText2" refType="w" fact="0.539"/>
                  <dgm:constr type="t" for="ch" forName="childText2" refType="h" fact="0.312"/>
                  <dgm:constr type="w" for="ch" forName="childText2" refType="w" fact="0.2305"/>
                  <dgm:constr type="h" for="ch" forName="childText2" refType="h" fact="0.5085"/>
                  <dgm:constr type="l" for="ch" forName="childText3" refType="w" fact="0.3085"/>
                  <dgm:constr type="t" for="ch" forName="childText3" refType="h" fact="0.406"/>
                  <dgm:constr type="w" for="ch" forName="childText3" refType="w" fact="0.2305"/>
                  <dgm:constr type="h" for="ch" forName="childText3" refType="h" fact="0.5119"/>
                  <dgm:constr type="l" for="ch" forName="childText4" refType="w" fact="0.076"/>
                  <dgm:constr type="t" for="ch" forName="childText4" refType="h" fact="0.5"/>
                  <dgm:constr type="w" for="ch" forName="childText4" refType="w" fact="0.2346"/>
                  <dgm:constr type="h" for="ch" forName="childText4" refType="h" fact="0.5179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2821"/>
                  <dgm:constr type="l" for="ch" forName="parentText2" refType="w" fact="0"/>
                  <dgm:constr type="t" for="ch" forName="parentText2" refType="h" fact="0.094"/>
                  <dgm:constr type="w" for="ch" forName="parentText2" refType="w" fact="0.7695"/>
                  <dgm:constr type="h" for="ch" forName="parentText2" refType="h" fact="0.2821"/>
                  <dgm:constr type="l" for="ch" forName="parentText3" refType="w" fact="0"/>
                  <dgm:constr type="t" for="ch" forName="parentText3" refType="h" fact="0.188"/>
                  <dgm:constr type="w" for="ch" forName="parentText3" refType="w" fact="0.539"/>
                  <dgm:constr type="h" for="ch" forName="parentText3" refType="h" fact="0.2821"/>
                  <dgm:constr type="l" for="ch" forName="parentText4" refType="w" fact="0"/>
                  <dgm:constr type="t" for="ch" forName="parentText4" refType="h" fact="0.282"/>
                  <dgm:constr type="w" for="ch" forName="parentText4" refType="w" fact="0.3085"/>
                  <dgm:constr type="h" for="ch" forName="parentText4" refType="h" fact="0.2821"/>
                </dgm:constrLst>
              </dgm:else>
            </dgm:choose>
          </dgm:else>
        </dgm:choose>
      </dgm:if>
      <dgm:else name="Name42">
        <dgm:choose name="Name43">
          <dgm:if name="Name44" axis="ch ch" ptType="node node" func="cnt" op="equ" val="0">
            <dgm:alg type="composite">
              <dgm:param type="ar" val="2.9463"/>
            </dgm:alg>
            <dgm:choose name="Name45">
              <dgm:if name="Name46" func="var" arg="dir" op="equ" val="norm">
                <dgm:constrLst>
                  <dgm:constr type="primFontSz" for="des" forName="parentText1" val="65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parentText4" refType="primFontSz" refFor="des" refForName="parentText1" op="equ"/>
                  <dgm:constr type="primFontSz" for="des" forName="parentText5" refType="primFontSz" refFor="des" refForName="parent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4285"/>
                  <dgm:constr type="l" for="ch" forName="parentText2" refType="w" fact="0.1848"/>
                  <dgm:constr type="t" for="ch" forName="parentText2" refType="h" fact="0.1429"/>
                  <dgm:constr type="w" for="ch" forName="parentText2" refType="w" fact="0.8152"/>
                  <dgm:constr type="h" for="ch" forName="parentText2" refType="h" fact="0.4285"/>
                  <dgm:constr type="l" for="ch" forName="parentText3" refType="w" fact="0.3696"/>
                  <dgm:constr type="t" for="ch" forName="parentText3" refType="h" fact="0.2858"/>
                  <dgm:constr type="w" for="ch" forName="parentText3" refType="w" fact="0.6304"/>
                  <dgm:constr type="h" for="ch" forName="parentText3" refType="h" fact="0.4285"/>
                  <dgm:constr type="l" for="ch" forName="parentText4" refType="w" fact="0.5545"/>
                  <dgm:constr type="t" for="ch" forName="parentText4" refType="h" fact="0.4286"/>
                  <dgm:constr type="w" for="ch" forName="parentText4" refType="w" fact="0.4455"/>
                  <dgm:constr type="h" for="ch" forName="parentText4" refType="h" fact="0.4285"/>
                  <dgm:constr type="l" for="ch" forName="parentText5" refType="w" fact="0.7393"/>
                  <dgm:constr type="t" for="ch" forName="parentText5" refType="h" fact="0.5715"/>
                  <dgm:constr type="w" for="ch" forName="parentText5" refType="w" fact="0.2607"/>
                  <dgm:constr type="h" for="ch" forName="parentText5" refType="h" fact="0.4285"/>
                </dgm:constrLst>
              </dgm:if>
              <dgm:else name="Name47">
                <dgm:constrLst>
                  <dgm:constr type="primFontSz" for="des" forName="parentText1" val="65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parentText4" refType="primFontSz" refFor="des" refForName="parentText1" op="equ"/>
                  <dgm:constr type="primFontSz" for="des" forName="parentText5" refType="primFontSz" refFor="des" refForName="parent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4285"/>
                  <dgm:constr type="l" for="ch" forName="parentText2" refType="w" fact="0"/>
                  <dgm:constr type="t" for="ch" forName="parentText2" refType="h" fact="0.1429"/>
                  <dgm:constr type="w" for="ch" forName="parentText2" refType="w" fact="0.8152"/>
                  <dgm:constr type="h" for="ch" forName="parentText2" refType="h" fact="0.4285"/>
                  <dgm:constr type="l" for="ch" forName="parentText3" refType="w" fact="0"/>
                  <dgm:constr type="t" for="ch" forName="parentText3" refType="h" fact="0.2858"/>
                  <dgm:constr type="w" for="ch" forName="parentText3" refType="w" fact="0.6304"/>
                  <dgm:constr type="h" for="ch" forName="parentText3" refType="h" fact="0.4285"/>
                  <dgm:constr type="l" for="ch" forName="parentText4" refType="w" fact="0"/>
                  <dgm:constr type="t" for="ch" forName="parentText4" refType="h" fact="0.4286"/>
                  <dgm:constr type="w" for="ch" forName="parentText4" refType="w" fact="0.4455"/>
                  <dgm:constr type="h" for="ch" forName="parentText4" refType="h" fact="0.4285"/>
                  <dgm:constr type="l" for="ch" forName="parentText5" refType="w" fact="0"/>
                  <dgm:constr type="t" for="ch" forName="parentText5" refType="h" fact="0.5715"/>
                  <dgm:constr type="w" for="ch" forName="parentText5" refType="w" fact="0.2607"/>
                  <dgm:constr type="h" for="ch" forName="parentText5" refType="h" fact="0.4285"/>
                </dgm:constrLst>
              </dgm:else>
            </dgm:choose>
          </dgm:if>
          <dgm:else name="Name48">
            <dgm:alg type="composite">
              <dgm:param type="ar" val="1.7837"/>
            </dgm:alg>
            <dgm:choose name="Name49">
              <dgm:if name="Name50" func="var" arg="dir" op="equ" val="norm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primFontSz" for="des" forName="childText2" refType="primFontSz" refFor="des" refForName="parentText1" op="lte"/>
                  <dgm:constr type="primFontSz" for="des" forName="childText3" refType="primFontSz" refFor="des" refForName="parentText1" op="lte"/>
                  <dgm:constr type="primFontSz" for="des" forName="childText4" refType="primFontSz" refFor="des" refForName="parentText1" op="lte"/>
                  <dgm:constr type="primFontSz" for="des" forName="childText5" refType="primFontSz" refFor="des" refForName="parentText1" op="lte"/>
                  <dgm:constr type="primFontSz" for="des" forName="childText1" refType="primFontSz" refFor="des" refForName="parentText2" op="lte"/>
                  <dgm:constr type="primFontSz" for="des" forName="childText2" refType="primFontSz" refFor="des" refForName="parentText2" op="lte"/>
                  <dgm:constr type="primFontSz" for="des" forName="childText3" refType="primFontSz" refFor="des" refForName="parentText2" op="lte"/>
                  <dgm:constr type="primFontSz" for="des" forName="childText4" refType="primFontSz" refFor="des" refForName="parentText2" op="lte"/>
                  <dgm:constr type="primFontSz" for="des" forName="childText5" refType="primFontSz" refFor="des" refForName="parentText2" op="lte"/>
                  <dgm:constr type="primFontSz" for="des" forName="childText1" refType="primFontSz" refFor="des" refForName="parentText3" op="lte"/>
                  <dgm:constr type="primFontSz" for="des" forName="childText2" refType="primFontSz" refFor="des" refForName="parentText3" op="lte"/>
                  <dgm:constr type="primFontSz" for="des" forName="childText3" refType="primFontSz" refFor="des" refForName="parentText3" op="lte"/>
                  <dgm:constr type="primFontSz" for="des" forName="childText4" refType="primFontSz" refFor="des" refForName="parentText3" op="lte"/>
                  <dgm:constr type="primFontSz" for="des" forName="childText5" refType="primFontSz" refFor="des" refForName="parentText3" op="lte"/>
                  <dgm:constr type="primFontSz" for="des" forName="childText1" refType="primFontSz" refFor="des" refForName="parentText4" op="lte"/>
                  <dgm:constr type="primFontSz" for="des" forName="childText2" refType="primFontSz" refFor="des" refForName="parentText4" op="lte"/>
                  <dgm:constr type="primFontSz" for="des" forName="childText3" refType="primFontSz" refFor="des" refForName="parentText4" op="lte"/>
                  <dgm:constr type="primFontSz" for="des" forName="childText4" refType="primFontSz" refFor="des" refForName="parentText4" op="lte"/>
                  <dgm:constr type="primFontSz" for="des" forName="childText5" refType="primFontSz" refFor="des" refForName="parentText4" op="lte"/>
                  <dgm:constr type="primFontSz" for="des" forName="childText1" refType="primFontSz" refFor="des" refForName="parentText5" op="lte"/>
                  <dgm:constr type="primFontSz" for="des" forName="childText2" refType="primFontSz" refFor="des" refForName="parentText5" op="lte"/>
                  <dgm:constr type="primFontSz" for="des" forName="childText3" refType="primFontSz" refFor="des" refForName="parentText5" op="lte"/>
                  <dgm:constr type="primFontSz" for="des" forName="childText4" refType="primFontSz" refFor="des" refForName="parentText5" op="lte"/>
                  <dgm:constr type="primFontSz" for="des" forName="childText5" refType="primFontSz" refFor="des" refForName="parentText5" op="lte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parentText4" refType="primFontSz" refFor="des" refForName="parentText1" op="equ"/>
                  <dgm:constr type="primFontSz" for="des" forName="parentText5" refType="primFontSz" refFor="des" refForName="parentText1" op="equ"/>
                  <dgm:constr type="primFontSz" for="des" forName="childText2" refType="primFontSz" refFor="des" refForName="childText1" op="equ"/>
                  <dgm:constr type="primFontSz" for="des" forName="childText3" refType="primFontSz" refFor="des" refForName="childText1" op="equ"/>
                  <dgm:constr type="primFontSz" for="des" forName="childText4" refType="primFontSz" refFor="des" refForName="childText1" op="equ"/>
                  <dgm:constr type="primFontSz" for="des" forName="childText5" refType="primFontSz" refFor="des" refForName="childText1" op="equ"/>
                  <dgm:constr type="l" for="ch" forName="childText1" refType="w" fact="0"/>
                  <dgm:constr type="t" for="ch" forName="childText1" refType="h" fact="0.1997"/>
                  <dgm:constr type="w" for="ch" forName="childText1" refType="w" fact="0.18482"/>
                  <dgm:constr type="h" for="ch" forName="childText1" refType="h" fact="0.4763"/>
                  <dgm:constr type="l" for="ch" forName="childText2" refType="w" fact="0.1848"/>
                  <dgm:constr type="t" for="ch" forName="childText2" refType="h" fact="0.2862"/>
                  <dgm:constr type="w" for="ch" forName="childText2" refType="w" fact="0.18482"/>
                  <dgm:constr type="h" for="ch" forName="childText2" refType="h" fact="0.4763"/>
                  <dgm:constr type="l" for="ch" forName="childText3" refType="w" fact="0.3696"/>
                  <dgm:constr type="t" for="ch" forName="childText3" refType="h" fact="0.3727"/>
                  <dgm:constr type="w" for="ch" forName="childText3" refType="w" fact="0.18482"/>
                  <dgm:constr type="h" for="ch" forName="childText3" refType="h" fact="0.4763"/>
                  <dgm:constr type="l" for="ch" forName="childText4" refType="w" fact="0.5545"/>
                  <dgm:constr type="t" for="ch" forName="childText4" refType="h" fact="0.4592"/>
                  <dgm:constr type="w" for="ch" forName="childText4" refType="w" fact="0.18482"/>
                  <dgm:constr type="h" for="ch" forName="childText4" refType="h" fact="0.4763"/>
                  <dgm:constr type="l" for="ch" forName="childText5" refType="w" fact="0.7393"/>
                  <dgm:constr type="t" for="ch" forName="childText5" refType="h" fact="0.5457"/>
                  <dgm:constr type="w" for="ch" forName="childText5" refType="w" fact="0.18482"/>
                  <dgm:constr type="h" for="ch" forName="childText5" refType="h" fact="0.4763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2594"/>
                  <dgm:constr type="l" for="ch" forName="parentText2" refType="w" fact="0.1848"/>
                  <dgm:constr type="t" for="ch" forName="parentText2" refType="h" fact="0.0865"/>
                  <dgm:constr type="w" for="ch" forName="parentText2" refType="w" fact="0.8152"/>
                  <dgm:constr type="h" for="ch" forName="parentText2" refType="h" fact="0.2594"/>
                  <dgm:constr type="l" for="ch" forName="parentText3" refType="w" fact="0.3696"/>
                  <dgm:constr type="t" for="ch" forName="parentText3" refType="h" fact="0.173"/>
                  <dgm:constr type="w" for="ch" forName="parentText3" refType="w" fact="0.6304"/>
                  <dgm:constr type="h" for="ch" forName="parentText3" refType="h" fact="0.2594"/>
                  <dgm:constr type="l" for="ch" forName="parentText4" refType="w" fact="0.5545"/>
                  <dgm:constr type="t" for="ch" forName="parentText4" refType="h" fact="0.2595"/>
                  <dgm:constr type="w" for="ch" forName="parentText4" refType="w" fact="0.4455"/>
                  <dgm:constr type="h" for="ch" forName="parentText4" refType="h" fact="0.2594"/>
                  <dgm:constr type="l" for="ch" forName="parentText5" refType="w" fact="0.7393"/>
                  <dgm:constr type="t" for="ch" forName="parentText5" refType="h" fact="0.346"/>
                  <dgm:constr type="w" for="ch" forName="parentText5" refType="w" fact="0.2607"/>
                  <dgm:constr type="h" for="ch" forName="parentText5" refType="h" fact="0.2594"/>
                </dgm:constrLst>
              </dgm:if>
              <dgm:else name="Name51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primFontSz" for="des" forName="childText2" refType="primFontSz" refFor="des" refForName="parentText1" op="lte"/>
                  <dgm:constr type="primFontSz" for="des" forName="childText3" refType="primFontSz" refFor="des" refForName="parentText1" op="lte"/>
                  <dgm:constr type="primFontSz" for="des" forName="childText4" refType="primFontSz" refFor="des" refForName="parentText1" op="lte"/>
                  <dgm:constr type="primFontSz" for="des" forName="childText5" refType="primFontSz" refFor="des" refForName="parentText1" op="lte"/>
                  <dgm:constr type="primFontSz" for="des" forName="childText1" refType="primFontSz" refFor="des" refForName="parentText2" op="lte"/>
                  <dgm:constr type="primFontSz" for="des" forName="childText2" refType="primFontSz" refFor="des" refForName="parentText2" op="lte"/>
                  <dgm:constr type="primFontSz" for="des" forName="childText3" refType="primFontSz" refFor="des" refForName="parentText2" op="lte"/>
                  <dgm:constr type="primFontSz" for="des" forName="childText4" refType="primFontSz" refFor="des" refForName="parentText2" op="lte"/>
                  <dgm:constr type="primFontSz" for="des" forName="childText5" refType="primFontSz" refFor="des" refForName="parentText2" op="lte"/>
                  <dgm:constr type="primFontSz" for="des" forName="childText1" refType="primFontSz" refFor="des" refForName="parentText3" op="lte"/>
                  <dgm:constr type="primFontSz" for="des" forName="childText2" refType="primFontSz" refFor="des" refForName="parentText3" op="lte"/>
                  <dgm:constr type="primFontSz" for="des" forName="childText3" refType="primFontSz" refFor="des" refForName="parentText3" op="lte"/>
                  <dgm:constr type="primFontSz" for="des" forName="childText4" refType="primFontSz" refFor="des" refForName="parentText3" op="lte"/>
                  <dgm:constr type="primFontSz" for="des" forName="childText5" refType="primFontSz" refFor="des" refForName="parentText3" op="lte"/>
                  <dgm:constr type="primFontSz" for="des" forName="childText1" refType="primFontSz" refFor="des" refForName="parentText4" op="lte"/>
                  <dgm:constr type="primFontSz" for="des" forName="childText2" refType="primFontSz" refFor="des" refForName="parentText4" op="lte"/>
                  <dgm:constr type="primFontSz" for="des" forName="childText3" refType="primFontSz" refFor="des" refForName="parentText4" op="lte"/>
                  <dgm:constr type="primFontSz" for="des" forName="childText4" refType="primFontSz" refFor="des" refForName="parentText4" op="lte"/>
                  <dgm:constr type="primFontSz" for="des" forName="childText5" refType="primFontSz" refFor="des" refForName="parentText4" op="lte"/>
                  <dgm:constr type="primFontSz" for="des" forName="childText1" refType="primFontSz" refFor="des" refForName="parentText5" op="lte"/>
                  <dgm:constr type="primFontSz" for="des" forName="childText2" refType="primFontSz" refFor="des" refForName="parentText5" op="lte"/>
                  <dgm:constr type="primFontSz" for="des" forName="childText3" refType="primFontSz" refFor="des" refForName="parentText5" op="lte"/>
                  <dgm:constr type="primFontSz" for="des" forName="childText4" refType="primFontSz" refFor="des" refForName="parentText5" op="lte"/>
                  <dgm:constr type="primFontSz" for="des" forName="childText5" refType="primFontSz" refFor="des" refForName="parentText5" op="lte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parentText4" refType="primFontSz" refFor="des" refForName="parentText1" op="equ"/>
                  <dgm:constr type="primFontSz" for="des" forName="parentText5" refType="primFontSz" refFor="des" refForName="parentText1" op="equ"/>
                  <dgm:constr type="primFontSz" for="des" forName="childText2" refType="primFontSz" refFor="des" refForName="childText1" op="equ"/>
                  <dgm:constr type="primFontSz" for="des" forName="childText3" refType="primFontSz" refFor="des" refForName="childText1" op="equ"/>
                  <dgm:constr type="primFontSz" for="des" forName="childText4" refType="primFontSz" refFor="des" refForName="childText1" op="equ"/>
                  <dgm:constr type="primFontSz" for="des" forName="childText5" refType="primFontSz" refFor="des" refForName="childText1" op="equ"/>
                  <dgm:constr type="l" for="ch" forName="childText1" refType="w" fact="0.81518"/>
                  <dgm:constr type="t" for="ch" forName="childText1" refType="h" fact="0.1997"/>
                  <dgm:constr type="w" for="ch" forName="childText1" refType="w" fact="0.18482"/>
                  <dgm:constr type="h" for="ch" forName="childText1" refType="h" fact="0.4763"/>
                  <dgm:constr type="l" for="ch" forName="childText2" refType="w" fact="0.63036"/>
                  <dgm:constr type="t" for="ch" forName="childText2" refType="h" fact="0.2862"/>
                  <dgm:constr type="w" for="ch" forName="childText2" refType="w" fact="0.18482"/>
                  <dgm:constr type="h" for="ch" forName="childText2" refType="h" fact="0.4763"/>
                  <dgm:constr type="l" for="ch" forName="childText3" refType="w" fact="0.44554"/>
                  <dgm:constr type="t" for="ch" forName="childText3" refType="h" fact="0.3727"/>
                  <dgm:constr type="w" for="ch" forName="childText3" refType="w" fact="0.18482"/>
                  <dgm:constr type="h" for="ch" forName="childText3" refType="h" fact="0.4763"/>
                  <dgm:constr type="l" for="ch" forName="childText4" refType="w" fact="0.26072"/>
                  <dgm:constr type="t" for="ch" forName="childText4" refType="h" fact="0.4592"/>
                  <dgm:constr type="w" for="ch" forName="childText4" refType="w" fact="0.18482"/>
                  <dgm:constr type="h" for="ch" forName="childText4" refType="h" fact="0.4763"/>
                  <dgm:constr type="l" for="ch" forName="childText5" refType="w" fact="0.0759"/>
                  <dgm:constr type="t" for="ch" forName="childText5" refType="h" fact="0.5457"/>
                  <dgm:constr type="w" for="ch" forName="childText5" refType="w" fact="0.18482"/>
                  <dgm:constr type="h" for="ch" forName="childText5" refType="h" fact="0.4763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2594"/>
                  <dgm:constr type="l" for="ch" forName="parentText2" refType="w" fact="0"/>
                  <dgm:constr type="t" for="ch" forName="parentText2" refType="h" fact="0.0865"/>
                  <dgm:constr type="w" for="ch" forName="parentText2" refType="w" fact="0.8152"/>
                  <dgm:constr type="h" for="ch" forName="parentText2" refType="h" fact="0.2594"/>
                  <dgm:constr type="l" for="ch" forName="parentText3" refType="w" fact="0"/>
                  <dgm:constr type="t" for="ch" forName="parentText3" refType="h" fact="0.173"/>
                  <dgm:constr type="w" for="ch" forName="parentText3" refType="w" fact="0.6304"/>
                  <dgm:constr type="h" for="ch" forName="parentText3" refType="h" fact="0.2594"/>
                  <dgm:constr type="l" for="ch" forName="parentText4" refType="w" fact="0"/>
                  <dgm:constr type="t" for="ch" forName="parentText4" refType="h" fact="0.2595"/>
                  <dgm:constr type="w" for="ch" forName="parentText4" refType="w" fact="0.4455"/>
                  <dgm:constr type="h" for="ch" forName="parentText4" refType="h" fact="0.2594"/>
                  <dgm:constr type="l" for="ch" forName="parentText5" refType="w" fact="0"/>
                  <dgm:constr type="t" for="ch" forName="parentText5" refType="h" fact="0.346"/>
                  <dgm:constr type="w" for="ch" forName="parentText5" refType="w" fact="0.2607"/>
                  <dgm:constr type="h" for="ch" forName="parentText5" refType="h" fact="0.2594"/>
                </dgm:constrLst>
              </dgm:else>
            </dgm:choose>
          </dgm:else>
        </dgm:choose>
      </dgm:else>
    </dgm:choose>
    <dgm:forEach name="Name52" axis="ch" ptType="node" cnt="1">
      <dgm:layoutNode name="parentText1" styleLbl="node1">
        <dgm:varLst>
          <dgm:chMax/>
          <dgm:chPref val="3"/>
          <dgm:bulletEnabled val="1"/>
        </dgm:varLst>
        <dgm:choose name="Name53">
          <dgm:if name="Name54" func="var" arg="dir" op="equ" val="norm">
            <dgm:alg type="tx">
              <dgm:param type="parTxLTRAlign" val="l"/>
            </dgm:alg>
            <dgm:shape xmlns:r="http://schemas.openxmlformats.org/officeDocument/2006/relationships" type="rightArrow" r:blip="">
              <dgm:adjLst>
                <dgm:adj idx="1" val="0.5"/>
                <dgm:adj idx="2" val="0.5"/>
              </dgm:adjLst>
            </dgm:shape>
            <dgm:constrLst>
              <dgm:constr type="lMarg" refType="primFontSz" fact="0.3"/>
              <dgm:constr type="rMarg" val="20"/>
              <dgm:constr type="tMarg" refType="primFontSz" fact="0.3"/>
              <dgm:constr type="bMarg" refType="h" fact="0.45"/>
            </dgm:constrLst>
          </dgm:if>
          <dgm:else name="Name55">
            <dgm:alg type="tx">
              <dgm:param type="parTxLTRAlign" val="r"/>
            </dgm:alg>
            <dgm:shape xmlns:r="http://schemas.openxmlformats.org/officeDocument/2006/relationships" type="leftArrow" r:blip="">
              <dgm:adjLst>
                <dgm:adj idx="1" val="0.5"/>
                <dgm:adj idx="2" val="0.5"/>
              </dgm:adjLst>
            </dgm:shape>
            <dgm:constrLst>
              <dgm:constr type="lMarg" val="20"/>
              <dgm:constr type="rMarg" refType="primFontSz" fact="0.3"/>
              <dgm:constr type="tMarg" refType="primFontSz" fact="0.3"/>
              <dgm:constr type="bMarg" refType="h" fact="0.45"/>
            </dgm:constrLst>
          </dgm:else>
        </dgm:choose>
        <dgm:presOf axis="self" ptType="node"/>
        <dgm:ruleLst>
          <dgm:rule type="primFontSz" val="5" fact="NaN" max="NaN"/>
        </dgm:ruleLst>
      </dgm:layoutNode>
      <dgm:choose name="Name56">
        <dgm:if name="Name57" axis="ch" ptType="node" func="cnt" op="gte" val="1">
          <dgm:layoutNode name="childText1" styleLbl="solidAlignAcc1">
            <dgm:varLst>
              <dgm:chMax val="0"/>
              <dgm:chPref val="0"/>
              <dgm:bulletEnabled val="1"/>
            </dgm:varLst>
            <dgm:alg type="tx">
              <dgm:param type="txAnchorVert" val="t"/>
              <dgm:param type="parTxLTRAlign" val="l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58"/>
      </dgm:choose>
    </dgm:forEach>
    <dgm:forEach name="Name59" axis="ch" ptType="node" st="2" cnt="1">
      <dgm:layoutNode name="parentText2" styleLbl="node1">
        <dgm:varLst>
          <dgm:chMax/>
          <dgm:chPref val="3"/>
          <dgm:bulletEnabled val="1"/>
        </dgm:varLst>
        <dgm:choose name="Name60">
          <dgm:if name="Name61" func="var" arg="dir" op="equ" val="norm">
            <dgm:alg type="tx">
              <dgm:param type="parTxLTRAlign" val="l"/>
            </dgm:alg>
            <dgm:shape xmlns:r="http://schemas.openxmlformats.org/officeDocument/2006/relationships" type="rightArrow" r:blip="">
              <dgm:adjLst>
                <dgm:adj idx="1" val="0.5"/>
                <dgm:adj idx="2" val="0.5"/>
              </dgm:adjLst>
            </dgm:shape>
            <dgm:constrLst>
              <dgm:constr type="lMarg" refType="primFontSz" fact="0.3"/>
              <dgm:constr type="rMarg" val="20"/>
              <dgm:constr type="tMarg" refType="primFontSz" fact="0.3"/>
              <dgm:constr type="bMarg" refType="h" fact="0.45"/>
            </dgm:constrLst>
          </dgm:if>
          <dgm:else name="Name62">
            <dgm:alg type="tx">
              <dgm:param type="parTxLTRAlign" val="r"/>
            </dgm:alg>
            <dgm:shape xmlns:r="http://schemas.openxmlformats.org/officeDocument/2006/relationships" type="leftArrow" r:blip="">
              <dgm:adjLst>
                <dgm:adj idx="1" val="0.5"/>
                <dgm:adj idx="2" val="0.5"/>
              </dgm:adjLst>
            </dgm:shape>
            <dgm:constrLst>
              <dgm:constr type="lMarg" val="20"/>
              <dgm:constr type="rMarg" refType="primFontSz" fact="0.3"/>
              <dgm:constr type="tMarg" refType="primFontSz" fact="0.3"/>
              <dgm:constr type="bMarg" refType="h" fact="0.45"/>
            </dgm:constrLst>
          </dgm:else>
        </dgm:choose>
        <dgm:presOf axis="self" ptType="node"/>
        <dgm:ruleLst>
          <dgm:rule type="primFontSz" val="5" fact="NaN" max="NaN"/>
        </dgm:ruleLst>
      </dgm:layoutNode>
      <dgm:choose name="Name63">
        <dgm:if name="Name64" axis="ch" ptType="node" func="cnt" op="gte" val="1">
          <dgm:layoutNode name="childText2" styleLbl="solidAlignAcc1">
            <dgm:varLst>
              <dgm:chMax val="0"/>
              <dgm:chPref val="0"/>
              <dgm:bulletEnabled val="1"/>
            </dgm:varLst>
            <dgm:alg type="tx">
              <dgm:param type="txAnchorVert" val="t"/>
              <dgm:param type="parTxLTRAlign" val="l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5"/>
      </dgm:choose>
    </dgm:forEach>
    <dgm:forEach name="Name66" axis="ch" ptType="node" st="3" cnt="1">
      <dgm:layoutNode name="parentText3" styleLbl="node1">
        <dgm:varLst>
          <dgm:chMax/>
          <dgm:chPref val="3"/>
          <dgm:bulletEnabled val="1"/>
        </dgm:varLst>
        <dgm:choose name="Name67">
          <dgm:if name="Name68" func="var" arg="dir" op="equ" val="norm">
            <dgm:alg type="tx">
              <dgm:param type="parTxLTRAlign" val="l"/>
            </dgm:alg>
            <dgm:shape xmlns:r="http://schemas.openxmlformats.org/officeDocument/2006/relationships" type="rightArrow" r:blip="">
              <dgm:adjLst>
                <dgm:adj idx="1" val="0.5"/>
                <dgm:adj idx="2" val="0.5"/>
              </dgm:adjLst>
            </dgm:shape>
            <dgm:constrLst>
              <dgm:constr type="lMarg" refType="primFontSz" fact="0.3"/>
              <dgm:constr type="rMarg" val="20"/>
              <dgm:constr type="tMarg" refType="primFontSz" fact="0.3"/>
              <dgm:constr type="bMarg" refType="h" fact="0.45"/>
            </dgm:constrLst>
          </dgm:if>
          <dgm:else name="Name69">
            <dgm:alg type="tx">
              <dgm:param type="parTxLTRAlign" val="r"/>
            </dgm:alg>
            <dgm:shape xmlns:r="http://schemas.openxmlformats.org/officeDocument/2006/relationships" type="leftArrow" r:blip="">
              <dgm:adjLst>
                <dgm:adj idx="1" val="0.5"/>
                <dgm:adj idx="2" val="0.5"/>
              </dgm:adjLst>
            </dgm:shape>
            <dgm:constrLst>
              <dgm:constr type="lMarg" val="20"/>
              <dgm:constr type="rMarg" refType="primFontSz" fact="0.3"/>
              <dgm:constr type="tMarg" refType="primFontSz" fact="0.3"/>
              <dgm:constr type="bMarg" refType="h" fact="0.45"/>
            </dgm:constrLst>
          </dgm:else>
        </dgm:choose>
        <dgm:presOf axis="self" ptType="node"/>
        <dgm:ruleLst>
          <dgm:rule type="primFontSz" val="5" fact="NaN" max="NaN"/>
        </dgm:ruleLst>
      </dgm:layoutNode>
      <dgm:choose name="Name70">
        <dgm:if name="Name71" axis="ch" ptType="node" func="cnt" op="gte" val="1">
          <dgm:layoutNode name="childText3" styleLbl="solidAlignAcc1">
            <dgm:varLst>
              <dgm:chMax val="0"/>
              <dgm:chPref val="0"/>
              <dgm:bulletEnabled val="1"/>
            </dgm:varLst>
            <dgm:alg type="tx">
              <dgm:param type="txAnchorVert" val="t"/>
              <dgm:param type="parTxLTRAlign" val="l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2"/>
      </dgm:choose>
    </dgm:forEach>
    <dgm:forEach name="Name73" axis="ch" ptType="node" st="4" cnt="1">
      <dgm:layoutNode name="parentText4" styleLbl="node1">
        <dgm:varLst>
          <dgm:chMax/>
          <dgm:chPref val="3"/>
          <dgm:bulletEnabled val="1"/>
        </dgm:varLst>
        <dgm:choose name="Name74">
          <dgm:if name="Name75" func="var" arg="dir" op="equ" val="norm">
            <dgm:alg type="tx">
              <dgm:param type="parTxLTRAlign" val="l"/>
            </dgm:alg>
            <dgm:shape xmlns:r="http://schemas.openxmlformats.org/officeDocument/2006/relationships" type="rightArrow" r:blip="">
              <dgm:adjLst>
                <dgm:adj idx="1" val="0.5"/>
                <dgm:adj idx="2" val="0.5"/>
              </dgm:adjLst>
            </dgm:shape>
            <dgm:constrLst>
              <dgm:constr type="lMarg" refType="primFontSz" fact="0.3"/>
              <dgm:constr type="rMarg" val="20"/>
              <dgm:constr type="tMarg" refType="primFontSz" fact="0.3"/>
              <dgm:constr type="bMarg" refType="h" fact="0.45"/>
            </dgm:constrLst>
          </dgm:if>
          <dgm:else name="Name76">
            <dgm:alg type="tx">
              <dgm:param type="parTxLTRAlign" val="r"/>
            </dgm:alg>
            <dgm:shape xmlns:r="http://schemas.openxmlformats.org/officeDocument/2006/relationships" type="leftArrow" r:blip="">
              <dgm:adjLst>
                <dgm:adj idx="1" val="0.5"/>
                <dgm:adj idx="2" val="0.5"/>
              </dgm:adjLst>
            </dgm:shape>
            <dgm:constrLst>
              <dgm:constr type="lMarg" val="20"/>
              <dgm:constr type="rMarg" refType="primFontSz" fact="0.3"/>
              <dgm:constr type="tMarg" refType="primFontSz" fact="0.3"/>
              <dgm:constr type="bMarg" refType="h" fact="0.45"/>
            </dgm:constrLst>
          </dgm:else>
        </dgm:choose>
        <dgm:presOf axis="self" ptType="node"/>
        <dgm:ruleLst>
          <dgm:rule type="primFontSz" val="5" fact="NaN" max="NaN"/>
        </dgm:ruleLst>
      </dgm:layoutNode>
      <dgm:choose name="Name77">
        <dgm:if name="Name78" axis="ch" ptType="node" func="cnt" op="gte" val="1">
          <dgm:layoutNode name="childText4" styleLbl="solidAlignAcc1">
            <dgm:varLst>
              <dgm:chMax val="0"/>
              <dgm:chPref val="0"/>
              <dgm:bulletEnabled val="1"/>
            </dgm:varLst>
            <dgm:alg type="tx">
              <dgm:param type="txAnchorVert" val="t"/>
              <dgm:param type="parTxLTRAlign" val="l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9"/>
      </dgm:choose>
    </dgm:forEach>
    <dgm:forEach name="Name80" axis="ch" ptType="node" st="5" cnt="1">
      <dgm:layoutNode name="parentText5" styleLbl="node1">
        <dgm:varLst>
          <dgm:chMax/>
          <dgm:chPref val="3"/>
          <dgm:bulletEnabled val="1"/>
        </dgm:varLst>
        <dgm:choose name="Name81">
          <dgm:if name="Name82" func="var" arg="dir" op="equ" val="norm">
            <dgm:alg type="tx">
              <dgm:param type="parTxLTRAlign" val="l"/>
            </dgm:alg>
            <dgm:shape xmlns:r="http://schemas.openxmlformats.org/officeDocument/2006/relationships" type="rightArrow" r:blip="">
              <dgm:adjLst>
                <dgm:adj idx="1" val="0.5"/>
                <dgm:adj idx="2" val="0.5"/>
              </dgm:adjLst>
            </dgm:shape>
            <dgm:constrLst>
              <dgm:constr type="lMarg" refType="primFontSz" fact="0.3"/>
              <dgm:constr type="rMarg" val="20"/>
              <dgm:constr type="tMarg" refType="primFontSz" fact="0.3"/>
              <dgm:constr type="bMarg" refType="h" fact="0.45"/>
            </dgm:constrLst>
          </dgm:if>
          <dgm:else name="Name83">
            <dgm:alg type="tx">
              <dgm:param type="parTxLTRAlign" val="r"/>
            </dgm:alg>
            <dgm:shape xmlns:r="http://schemas.openxmlformats.org/officeDocument/2006/relationships" type="leftArrow" r:blip="">
              <dgm:adjLst>
                <dgm:adj idx="1" val="0.5"/>
                <dgm:adj idx="2" val="0.5"/>
              </dgm:adjLst>
            </dgm:shape>
            <dgm:constrLst>
              <dgm:constr type="lMarg" val="20"/>
              <dgm:constr type="rMarg" refType="primFontSz" fact="0.3"/>
              <dgm:constr type="tMarg" refType="primFontSz" fact="0.3"/>
              <dgm:constr type="bMarg" refType="h" fact="0.45"/>
            </dgm:constrLst>
          </dgm:else>
        </dgm:choose>
        <dgm:presOf axis="self" ptType="node"/>
        <dgm:ruleLst>
          <dgm:rule type="primFontSz" val="5" fact="NaN" max="NaN"/>
        </dgm:ruleLst>
      </dgm:layoutNode>
      <dgm:choose name="Name84">
        <dgm:if name="Name85" axis="ch" ptType="node" func="cnt" op="gte" val="1">
          <dgm:layoutNode name="childText5" styleLbl="solidAlignAcc1">
            <dgm:varLst>
              <dgm:chMax val="0"/>
              <dgm:chPref val="0"/>
              <dgm:bulletEnabled val="1"/>
            </dgm:varLst>
            <dgm:alg type="tx">
              <dgm:param type="txAnchorVert" val="t"/>
              <dgm:param type="parTxLTRAlign" val="l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86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328344-B07F-4603-9DEC-7F5EFF05412C}" type="datetimeFigureOut">
              <a:rPr lang="en-CA" smtClean="0"/>
              <a:t>2025-09-14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387C85-C642-4F74-8AD2-B8A881FC9EB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837940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New Ski Tours from </a:t>
            </a:r>
            <a:r>
              <a:rPr lang="en-CA" dirty="0" err="1"/>
              <a:t>Tolano</a:t>
            </a:r>
            <a:r>
              <a:rPr lang="en-CA" dirty="0"/>
              <a:t> Adventures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1387C85-C642-4F74-8AD2-B8A881FC9EBF}" type="slidenum">
              <a:rPr lang="en-CA" smtClean="0"/>
              <a:t>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376955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We’re excited to</a:t>
            </a:r>
            <a:r>
              <a:rPr lang="en-CA" baseline="0" dirty="0"/>
              <a:t> present 5 new ski tours: one in Canada and four in Europe.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1387C85-C642-4F74-8AD2-B8A881FC9EBF}" type="slidenum">
              <a:rPr lang="en-CA" smtClean="0"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301132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And so is the snowfall.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1387C85-C642-4F74-8AD2-B8A881FC9EBF}" type="slidenum">
              <a:rPr lang="en-CA" smtClean="0"/>
              <a:t>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387369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46404" y="569214"/>
            <a:ext cx="7063740" cy="3031236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54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46404" y="3600450"/>
            <a:ext cx="7063740" cy="1268730"/>
          </a:xfrm>
        </p:spPr>
        <p:txBody>
          <a:bodyPr>
            <a:normAutofit/>
          </a:bodyPr>
          <a:lstStyle>
            <a:lvl1pPr marL="0" indent="0" algn="l">
              <a:buNone/>
              <a:defRPr sz="1650" baseline="0">
                <a:solidFill>
                  <a:schemeClr val="tx1">
                    <a:lumMod val="75000"/>
                  </a:schemeClr>
                </a:solidFill>
              </a:defRPr>
            </a:lvl1pPr>
            <a:lvl2pPr marL="342900" indent="0" algn="ctr">
              <a:buNone/>
              <a:defRPr sz="1650"/>
            </a:lvl2pPr>
            <a:lvl3pPr marL="685800" indent="0" algn="ctr">
              <a:buNone/>
              <a:defRPr sz="165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fld id="{018F393A-CE2B-476A-A482-89D08E3B6AF0}" type="datetimeFigureOut">
              <a:rPr lang="en-CA" smtClean="0"/>
              <a:t>2025-09-14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fld id="{9D7747BB-72AC-4CC2-85A8-05B68A525F44}" type="slidenum">
              <a:rPr lang="en-CA" smtClean="0"/>
              <a:t>‹#›</a:t>
            </a:fld>
            <a:endParaRPr lang="en-CA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429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49210268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 advClick="0" advTm="400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8F393A-CE2B-476A-A482-89D08E3B6AF0}" type="datetimeFigureOut">
              <a:rPr lang="en-CA" smtClean="0"/>
              <a:t>2025-09-14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47BB-72AC-4CC2-85A8-05B68A525F4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75434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 advClick="0" advTm="4000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6404" y="569214"/>
            <a:ext cx="7063740" cy="3031236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5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6404" y="3600450"/>
            <a:ext cx="7063740" cy="1268730"/>
          </a:xfrm>
        </p:spPr>
        <p:txBody>
          <a:bodyPr anchor="t">
            <a:normAutofit/>
          </a:bodyPr>
          <a:lstStyle>
            <a:lvl1pPr marL="0" indent="0">
              <a:buNone/>
              <a:defRPr sz="165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8F393A-CE2B-476A-A482-89D08E3B6AF0}" type="datetimeFigureOut">
              <a:rPr lang="en-CA" smtClean="0"/>
              <a:t>2025-09-14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47BB-72AC-4CC2-85A8-05B68A525F44}" type="slidenum">
              <a:rPr lang="en-CA" smtClean="0"/>
              <a:t>‹#›</a:t>
            </a:fld>
            <a:endParaRPr lang="en-CA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429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9410946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 advClick="0" advTm="4000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46404" y="1371600"/>
            <a:ext cx="3360420" cy="3263503"/>
          </a:xfrm>
        </p:spPr>
        <p:txBody>
          <a:bodyPr/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94860" y="1371600"/>
            <a:ext cx="3360420" cy="3263503"/>
          </a:xfrm>
        </p:spPr>
        <p:txBody>
          <a:bodyPr/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8F393A-CE2B-476A-A482-89D08E3B6AF0}" type="datetimeFigureOut">
              <a:rPr lang="en-CA" smtClean="0"/>
              <a:t>2025-09-14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47BB-72AC-4CC2-85A8-05B68A525F4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800025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 advClick="0" advTm="4000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6404" y="1285241"/>
            <a:ext cx="3360420" cy="54864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1500" b="0">
                <a:solidFill>
                  <a:schemeClr val="tx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46404" y="1880662"/>
            <a:ext cx="3360420" cy="2748488"/>
          </a:xfrm>
        </p:spPr>
        <p:txBody>
          <a:bodyPr/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94860" y="1285241"/>
            <a:ext cx="3360420" cy="54864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15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marL="0" lvl="0" indent="0" algn="l" defTabSz="685800" rtl="0" eaLnBrk="1" latinLnBrk="0" hangingPunct="1">
              <a:lnSpc>
                <a:spcPct val="90000"/>
              </a:lnSpc>
              <a:spcBef>
                <a:spcPts val="1500"/>
              </a:spcBef>
              <a:buFontTx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594860" y="1880662"/>
            <a:ext cx="3360420" cy="2748488"/>
          </a:xfrm>
        </p:spPr>
        <p:txBody>
          <a:bodyPr/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8F393A-CE2B-476A-A482-89D08E3B6AF0}" type="datetimeFigureOut">
              <a:rPr lang="en-CA" smtClean="0"/>
              <a:t>2025-09-14</a:t>
            </a:fld>
            <a:endParaRPr lang="en-C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47BB-72AC-4CC2-85A8-05B68A525F4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44395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 advClick="0" advTm="4000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8F393A-CE2B-476A-A482-89D08E3B6AF0}" type="datetimeFigureOut">
              <a:rPr lang="en-CA" smtClean="0"/>
              <a:t>2025-09-14</a:t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47BB-72AC-4CC2-85A8-05B68A525F4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049544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 advClick="0" advTm="4000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8F393A-CE2B-476A-A482-89D08E3B6AF0}" type="datetimeFigureOut">
              <a:rPr lang="en-CA" smtClean="0"/>
              <a:t>2025-09-14</a:t>
            </a:fld>
            <a:endParaRPr lang="en-C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47BB-72AC-4CC2-85A8-05B68A525F4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67628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 advClick="0" advTm="4000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342900"/>
            <a:ext cx="2400300" cy="1200148"/>
          </a:xfrm>
        </p:spPr>
        <p:txBody>
          <a:bodyPr anchor="b">
            <a:normAutofit/>
          </a:bodyPr>
          <a:lstStyle>
            <a:lvl1pPr>
              <a:defRPr sz="2400" b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78200" y="514350"/>
            <a:ext cx="4559300" cy="411480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936" y="1574801"/>
            <a:ext cx="2400300" cy="28575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600"/>
              </a:spcBef>
              <a:buNone/>
              <a:defRPr sz="975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8F393A-CE2B-476A-A482-89D08E3B6AF0}" type="datetimeFigureOut">
              <a:rPr lang="en-CA" smtClean="0"/>
              <a:t>2025-09-14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47BB-72AC-4CC2-85A8-05B68A525F4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252403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 advClick="0" advTm="4000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3829050"/>
            <a:ext cx="8469630" cy="13144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943350"/>
            <a:ext cx="7486650" cy="685800"/>
          </a:xfrm>
        </p:spPr>
        <p:txBody>
          <a:bodyPr anchor="b">
            <a:normAutofit/>
          </a:bodyPr>
          <a:lstStyle>
            <a:lvl1pPr>
              <a:defRPr sz="2100" b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1"/>
            <a:ext cx="8469630" cy="3846692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4581442"/>
            <a:ext cx="7486650" cy="447758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975">
                <a:solidFill>
                  <a:schemeClr val="bg1">
                    <a:lumMod val="85000"/>
                  </a:schemeClr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8F393A-CE2B-476A-A482-89D08E3B6AF0}" type="datetimeFigureOut">
              <a:rPr lang="en-CA" smtClean="0"/>
              <a:t>2025-09-14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47BB-72AC-4CC2-85A8-05B68A525F4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858429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 advClick="0" advTm="4000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8F393A-CE2B-476A-A482-89D08E3B6AF0}" type="datetimeFigureOut">
              <a:rPr lang="en-CA" smtClean="0"/>
              <a:t>2025-09-14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47BB-72AC-4CC2-85A8-05B68A525F4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968604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 advClick="0" advTm="4000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486525" y="285750"/>
            <a:ext cx="1857375" cy="442317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71500" y="285750"/>
            <a:ext cx="5800725" cy="442317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8F393A-CE2B-476A-A482-89D08E3B6AF0}" type="datetimeFigureOut">
              <a:rPr lang="en-CA" smtClean="0"/>
              <a:t>2025-09-14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47BB-72AC-4CC2-85A8-05B68A525F4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506661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 advClick="0" advTm="4000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 useBgFill="1">
        <p:nvSpPr>
          <p:cNvPr id="13" name="Rounded Rectangle 12"/>
          <p:cNvSpPr/>
          <p:nvPr/>
        </p:nvSpPr>
        <p:spPr>
          <a:xfrm>
            <a:off x="65313" y="52317"/>
            <a:ext cx="9013372" cy="5019151"/>
          </a:xfrm>
          <a:prstGeom prst="roundRect">
            <a:avLst>
              <a:gd name="adj" fmla="val 4929"/>
            </a:avLst>
          </a:prstGeom>
          <a:ln w="6350" cap="sq" cmpd="sng" algn="ctr">
            <a:solidFill>
              <a:schemeClr val="tx1"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001">
            <a:schemeClr val="l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295400" y="2400300"/>
            <a:ext cx="6400800" cy="1200150"/>
          </a:xfrm>
        </p:spPr>
        <p:txBody>
          <a:bodyPr/>
          <a:lstStyle>
            <a:lvl1pPr marL="0" indent="0" algn="ctr">
              <a:buNone/>
              <a:defRPr sz="2600">
                <a:solidFill>
                  <a:schemeClr val="tx2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/>
              <a:t>Click to edit Master subtitle style</a:t>
            </a:r>
          </a:p>
        </p:txBody>
      </p:sp>
      <p:sp>
        <p:nvSpPr>
          <p:cNvPr id="7" name="Rectangle 6"/>
          <p:cNvSpPr/>
          <p:nvPr/>
        </p:nvSpPr>
        <p:spPr>
          <a:xfrm>
            <a:off x="62932" y="1086978"/>
            <a:ext cx="9021537" cy="1145512"/>
          </a:xfrm>
          <a:prstGeom prst="rect">
            <a:avLst/>
          </a:prstGeom>
          <a:solidFill>
            <a:schemeClr val="accent1">
              <a:alpha val="100000"/>
            </a:schemeClr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0" name="Rectangle 9"/>
          <p:cNvSpPr/>
          <p:nvPr/>
        </p:nvSpPr>
        <p:spPr>
          <a:xfrm>
            <a:off x="62932" y="1047540"/>
            <a:ext cx="9021537" cy="90435"/>
          </a:xfrm>
          <a:prstGeom prst="rect">
            <a:avLst/>
          </a:prstGeom>
          <a:solidFill>
            <a:schemeClr val="accent1">
              <a:tint val="60000"/>
            </a:schemeClr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1" name="Rectangle 10"/>
          <p:cNvSpPr/>
          <p:nvPr/>
        </p:nvSpPr>
        <p:spPr>
          <a:xfrm>
            <a:off x="62932" y="2232487"/>
            <a:ext cx="9021537" cy="82899"/>
          </a:xfrm>
          <a:prstGeom prst="rect">
            <a:avLst/>
          </a:prstGeom>
          <a:solidFill>
            <a:schemeClr val="accent5"/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8F393A-CE2B-476A-A482-89D08E3B6AF0}" type="datetimeFigureOut">
              <a:rPr lang="en-CA" smtClean="0"/>
              <a:t>2025-09-14</a:t>
            </a:fld>
            <a:endParaRPr lang="en-C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47BB-72AC-4CC2-85A8-05B68A525F44}" type="slidenum">
              <a:rPr lang="en-CA" smtClean="0"/>
              <a:t>‹#›</a:t>
            </a:fld>
            <a:endParaRPr lang="en-CA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4B7540-F0DD-4FA9-93C1-8CC4EB46D3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4E83D4-8330-4B8A-8613-50F9B3FB9F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03F72F-8F18-46CE-9FBB-86E9A2D0E4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2CED8D-C0E1-4506-A862-35B2848E4357}" type="datetimeFigureOut">
              <a:rPr lang="en-US" smtClean="0"/>
              <a:t>9/14/2025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8BB276-127A-4182-BA0C-05C13FD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E69AE4-6F73-40F2-9883-6EF90E65E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BE6DE8-4A41-47EB-A3C4-F198118783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87206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32879D-F58E-4049-BADD-F34A8D9A1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D5971F-7BAC-4A88-8C07-8B8463E75F7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0700F7-65FF-44ED-BE6D-D5C8A8E18C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C779C3-2AEE-4662-98DB-46EF6D6A9B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A1DE4-E0D8-42AD-B3F8-64E48D9631FA}" type="datetimeFigureOut">
              <a:rPr lang="en-US" smtClean="0"/>
              <a:t>9/14/2025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F83A304-A077-4843-AE6D-22F666ECF4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59322D-9EE6-441B-86D2-83ABE57182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E7C54B-775E-4FAB-BFFF-DE60444E79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1288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8469630" y="0"/>
            <a:ext cx="685800" cy="51435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46404" y="274320"/>
            <a:ext cx="7269480" cy="99417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6404" y="1371600"/>
            <a:ext cx="6446520" cy="32635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0800000">
            <a:off x="5964175" y="4780316"/>
            <a:ext cx="142874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 b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fld id="{018F393A-CE2B-476A-A482-89D08E3B6AF0}" type="datetimeFigureOut">
              <a:rPr lang="en-CA" smtClean="0"/>
              <a:t>2025-09-14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0800000">
            <a:off x="946404" y="4765658"/>
            <a:ext cx="268605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88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endParaRPr lang="en-CA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19997" y="4600890"/>
            <a:ext cx="685800" cy="445294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27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9D7747BB-72AC-4CC2-85A8-05B68A525F44}" type="slidenum">
              <a:rPr lang="en-CA" smtClean="0"/>
              <a:t>‹#›</a:t>
            </a:fld>
            <a:endParaRPr lang="en-CA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14" cstate="print">
            <a:clrChange>
              <a:clrFrom>
                <a:srgbClr val="FDFDFD"/>
              </a:clrFrom>
              <a:clrTo>
                <a:srgbClr val="FDFDFD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678549" y="39977"/>
            <a:ext cx="1740223" cy="838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83399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61" r:id="rId1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 advClick="0" advTm="4000">
        <p:fade/>
      </p:transition>
    </mc:Fallback>
  </mc:AlternateConten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 spc="-38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37160" indent="-137160" algn="l" defTabSz="685800" rtl="0" eaLnBrk="1" latinLnBrk="0" hangingPunct="1">
        <a:lnSpc>
          <a:spcPct val="95000"/>
        </a:lnSpc>
        <a:spcBef>
          <a:spcPts val="1050"/>
        </a:spcBef>
        <a:spcAft>
          <a:spcPts val="150"/>
        </a:spcAft>
        <a:buClr>
          <a:schemeClr val="accent1"/>
        </a:buClr>
        <a:buSzPct val="80000"/>
        <a:buFont typeface="Arial" pitchFamily="34" charset="0"/>
        <a:buChar char="•"/>
        <a:defRPr sz="1350" kern="1200" spc="8" baseline="0">
          <a:solidFill>
            <a:schemeClr val="tx1"/>
          </a:solidFill>
          <a:latin typeface="+mn-lt"/>
          <a:ea typeface="+mn-ea"/>
          <a:cs typeface="+mn-cs"/>
        </a:defRPr>
      </a:lvl1pPr>
      <a:lvl2pPr marL="342900" indent="-13716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2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548640" indent="-13716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754380" indent="-13716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960120" indent="-13716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200000" indent="-17145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425000" indent="-17145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1650000" indent="-17145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1875000" indent="-17145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E9D75DD-19B1-4C09-AA97-5B72BBEE5D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9C5929-10AA-4350-A662-8961CD2E5C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7C9A59-1A86-461D-9854-662106103D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DA1DE4-E0D8-42AD-B3F8-64E48D9631FA}" type="datetimeFigureOut">
              <a:rPr lang="en-US" smtClean="0"/>
              <a:t>9/14/2025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ADA933-7B21-4F6D-82D8-27A4F71278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196626-8A20-4920-97E6-88037651EB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E7C54B-775E-4FAB-BFFF-DE60444E79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35516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52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6075" indent="-346075" algn="l" defTabSz="914400" rtl="0" eaLnBrk="1" latinLnBrk="0" hangingPunct="1">
        <a:lnSpc>
          <a:spcPct val="90000"/>
        </a:lnSpc>
        <a:spcBef>
          <a:spcPts val="1000"/>
        </a:spcBef>
        <a:buSzPct val="90000"/>
        <a:buFont typeface="Wingdings" panose="05000000000000000000" pitchFamily="2" charset="2"/>
        <a:buChar char="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803275" indent="-346075" algn="l" defTabSz="914400" rtl="0" eaLnBrk="1" latinLnBrk="0" hangingPunct="1">
        <a:lnSpc>
          <a:spcPct val="90000"/>
        </a:lnSpc>
        <a:spcBef>
          <a:spcPts val="500"/>
        </a:spcBef>
        <a:buSzPct val="90000"/>
        <a:buFont typeface="Wingdings" panose="05000000000000000000" pitchFamily="2" charset="2"/>
        <a:buChar char="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9212" y="0"/>
            <a:ext cx="567075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137" y="1371106"/>
            <a:ext cx="4962617" cy="2394462"/>
          </a:xfrm>
          <a:prstGeom prst="rect">
            <a:avLst/>
          </a:prstGeom>
        </p:spPr>
      </p:pic>
      <p:sp>
        <p:nvSpPr>
          <p:cNvPr id="4" name="Title 3"/>
          <p:cNvSpPr>
            <a:spLocks noGrp="1"/>
          </p:cNvSpPr>
          <p:nvPr>
            <p:ph type="ctrTitle"/>
          </p:nvPr>
        </p:nvSpPr>
        <p:spPr>
          <a:xfrm>
            <a:off x="6238567" y="569214"/>
            <a:ext cx="2036515" cy="3031236"/>
          </a:xfrm>
        </p:spPr>
        <p:txBody>
          <a:bodyPr>
            <a:normAutofit/>
          </a:bodyPr>
          <a:lstStyle/>
          <a:p>
            <a:r>
              <a:rPr lang="en-CA" sz="4100"/>
              <a:t>New Ski Tours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>
          <a:xfrm>
            <a:off x="6238567" y="3600450"/>
            <a:ext cx="2036516" cy="1268730"/>
          </a:xfrm>
        </p:spPr>
        <p:txBody>
          <a:bodyPr>
            <a:normAutofit/>
          </a:bodyPr>
          <a:lstStyle/>
          <a:p>
            <a:r>
              <a:rPr lang="en-CA" sz="1400">
                <a:solidFill>
                  <a:schemeClr val="tx1">
                    <a:lumMod val="85000"/>
                  </a:schemeClr>
                </a:solidFill>
              </a:rPr>
              <a:t>Tolano Adventures</a:t>
            </a:r>
          </a:p>
        </p:txBody>
      </p:sp>
    </p:spTree>
    <p:extLst>
      <p:ext uri="{BB962C8B-B14F-4D97-AF65-F5344CB8AC3E}">
        <p14:creationId xmlns:p14="http://schemas.microsoft.com/office/powerpoint/2010/main" val="296245053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 advTm="2950">
        <p15:prstTrans prst="curtains"/>
      </p:transition>
    </mc:Choice>
    <mc:Fallback xmlns="">
      <p:transition spd="slow" advTm="2950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76200" y="263128"/>
            <a:ext cx="7269480" cy="632222"/>
          </a:xfrm>
        </p:spPr>
        <p:txBody>
          <a:bodyPr>
            <a:noAutofit/>
          </a:bodyPr>
          <a:lstStyle/>
          <a:p>
            <a:r>
              <a:rPr lang="en-CA" sz="4400" spc="300" dirty="0"/>
              <a:t>Agenda</a:t>
            </a:r>
          </a:p>
        </p:txBody>
      </p:sp>
      <p:graphicFrame>
        <p:nvGraphicFramePr>
          <p:cNvPr id="2" name="Content Placeholder 1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0584792"/>
              </p:ext>
            </p:extLst>
          </p:nvPr>
        </p:nvGraphicFramePr>
        <p:xfrm>
          <a:off x="533400" y="895350"/>
          <a:ext cx="5638800" cy="40386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8674503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4697">
        <p:fade/>
      </p:transition>
    </mc:Choice>
    <mc:Fallback xmlns="">
      <p:transition spd="med" advTm="4697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9" name="Rectangle 8"/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469630" y="0"/>
            <a:ext cx="685800" cy="5143500"/>
          </a:xfrm>
          <a:prstGeom prst="rect">
            <a:avLst/>
          </a:prstGeom>
          <a:solidFill>
            <a:schemeClr val="tx2">
              <a:lumMod val="75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67010" y="120649"/>
            <a:ext cx="1392583" cy="21023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1250" y="3070410"/>
            <a:ext cx="1412376" cy="196349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3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10" t="-4177" r="20806" b="4177"/>
          <a:stretch/>
        </p:blipFill>
        <p:spPr bwMode="auto">
          <a:xfrm>
            <a:off x="0" y="-1"/>
            <a:ext cx="2859067" cy="2926080"/>
          </a:xfrm>
          <a:custGeom>
            <a:avLst/>
            <a:gdLst>
              <a:gd name="connsiteX0" fmla="*/ 0 w 3762123"/>
              <a:gd name="connsiteY0" fmla="*/ 0 h 3772147"/>
              <a:gd name="connsiteX1" fmla="*/ 3762123 w 3762123"/>
              <a:gd name="connsiteY1" fmla="*/ 0 h 3772147"/>
              <a:gd name="connsiteX2" fmla="*/ 3762123 w 3762123"/>
              <a:gd name="connsiteY2" fmla="*/ 2803198 h 3772147"/>
              <a:gd name="connsiteX3" fmla="*/ 1898122 w 3762123"/>
              <a:gd name="connsiteY3" fmla="*/ 2803198 h 3772147"/>
              <a:gd name="connsiteX4" fmla="*/ 1898122 w 3762123"/>
              <a:gd name="connsiteY4" fmla="*/ 3772147 h 3772147"/>
              <a:gd name="connsiteX5" fmla="*/ 0 w 3762123"/>
              <a:gd name="connsiteY5" fmla="*/ 3772147 h 37721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62123" h="3772147">
                <a:moveTo>
                  <a:pt x="0" y="0"/>
                </a:moveTo>
                <a:lnTo>
                  <a:pt x="3762123" y="0"/>
                </a:lnTo>
                <a:lnTo>
                  <a:pt x="3762123" y="2803198"/>
                </a:lnTo>
                <a:lnTo>
                  <a:pt x="1898122" y="2803198"/>
                </a:lnTo>
                <a:lnTo>
                  <a:pt x="1898122" y="3772147"/>
                </a:lnTo>
                <a:lnTo>
                  <a:pt x="0" y="3772147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67" r="15367"/>
          <a:stretch/>
        </p:blipFill>
        <p:spPr bwMode="auto">
          <a:xfrm>
            <a:off x="1695824" y="2355822"/>
            <a:ext cx="2799441" cy="2688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29484" y="120649"/>
            <a:ext cx="1767977" cy="2311753"/>
          </a:xfrm>
        </p:spPr>
        <p:txBody>
          <a:bodyPr vert="horz" lIns="91440" tIns="45720" rIns="91440" bIns="45720" rtlCol="0" anchor="b">
            <a:normAutofit/>
          </a:bodyPr>
          <a:lstStyle/>
          <a:p>
            <a:pPr defTabSz="914400">
              <a:spcBef>
                <a:spcPts val="1200"/>
              </a:spcBef>
              <a:spcAft>
                <a:spcPts val="1200"/>
              </a:spcAft>
            </a:pPr>
            <a:r>
              <a:rPr lang="en-US" sz="3600" spc="-50" dirty="0">
                <a:solidFill>
                  <a:schemeClr val="tx1"/>
                </a:solidFill>
              </a:rPr>
              <a:t>Hiking</a:t>
            </a:r>
            <a:endParaRPr lang="en-US" sz="1400" spc="-50" dirty="0">
              <a:solidFill>
                <a:schemeClr val="tx1"/>
              </a:solidFill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3305007" y="848682"/>
            <a:ext cx="916588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dirty="0">
                <a:solidFill>
                  <a:schemeClr val="bg1"/>
                </a:solidFill>
              </a:rPr>
              <a:t>Haute Route</a:t>
            </a:r>
            <a:endParaRPr lang="en-CA" dirty="0">
              <a:solidFill>
                <a:schemeClr val="bg1"/>
              </a:solidFill>
            </a:endParaRPr>
          </a:p>
        </p:txBody>
      </p:sp>
      <p:pic>
        <p:nvPicPr>
          <p:cNvPr id="19" name="Picture 1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4168" y="3832988"/>
            <a:ext cx="2493264" cy="1200912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233774" y="3451990"/>
            <a:ext cx="1207328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CA" dirty="0" err="1">
                <a:solidFill>
                  <a:schemeClr val="bg1"/>
                </a:solidFill>
              </a:rPr>
              <a:t>Wapta</a:t>
            </a:r>
            <a:r>
              <a:rPr lang="en-CA" dirty="0">
                <a:solidFill>
                  <a:schemeClr val="bg1"/>
                </a:solidFill>
              </a:rPr>
              <a:t> Icefield Ski Traverse</a:t>
            </a:r>
          </a:p>
        </p:txBody>
      </p:sp>
    </p:spTree>
    <p:extLst>
      <p:ext uri="{BB962C8B-B14F-4D97-AF65-F5344CB8AC3E}">
        <p14:creationId xmlns:p14="http://schemas.microsoft.com/office/powerpoint/2010/main" val="29141668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B2B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Content Placeholder 8"/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3759294975"/>
              </p:ext>
            </p:extLst>
          </p:nvPr>
        </p:nvGraphicFramePr>
        <p:xfrm>
          <a:off x="1143000" y="1123950"/>
          <a:ext cx="6902450" cy="35623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" name="Title 2"/>
          <p:cNvSpPr>
            <a:spLocks noGrp="1"/>
          </p:cNvSpPr>
          <p:nvPr>
            <p:ph type="ctrTitle"/>
          </p:nvPr>
        </p:nvSpPr>
        <p:spPr>
          <a:xfrm>
            <a:off x="533400" y="209550"/>
            <a:ext cx="4419600" cy="630936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rgbClr val="95AB6C"/>
                </a:solidFill>
              </a:rPr>
              <a:t>Annual Snowfall</a:t>
            </a:r>
          </a:p>
        </p:txBody>
      </p:sp>
    </p:spTree>
    <p:extLst>
      <p:ext uri="{BB962C8B-B14F-4D97-AF65-F5344CB8AC3E}">
        <p14:creationId xmlns:p14="http://schemas.microsoft.com/office/powerpoint/2010/main" val="12054227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345">
        <p:fade/>
      </p:transition>
    </mc:Choice>
    <mc:Fallback xmlns="">
      <p:transition spd="med" advTm="2345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959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/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1422927462"/>
              </p:ext>
            </p:extLst>
          </p:nvPr>
        </p:nvGraphicFramePr>
        <p:xfrm>
          <a:off x="647700" y="514350"/>
          <a:ext cx="7848600" cy="411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3729569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543">
        <p:fade/>
      </p:transition>
    </mc:Choice>
    <mc:Fallback xmlns="">
      <p:transition spd="med" advTm="1543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defPPr>
              <a:defRPr lang="en-US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List of the 10 most valuable brands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>
            <a:defPPr>
              <a:defRPr lang="en-US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It’s not easy to create a valuable brand. The companies in the following list, which was created from a study of Brandirectory.com, are characterized by having some particular features: </a:t>
            </a:r>
          </a:p>
          <a:p>
            <a:pPr marL="0" indent="0">
              <a:buNone/>
            </a:pPr>
            <a:r>
              <a:rPr lang="en-US" dirty="0"/>
              <a:t>Emotional connection</a:t>
            </a:r>
          </a:p>
          <a:p>
            <a:pPr marL="0" indent="0">
              <a:buNone/>
            </a:pPr>
            <a:r>
              <a:rPr lang="en-US" dirty="0"/>
              <a:t>Sustainability</a:t>
            </a:r>
          </a:p>
          <a:p>
            <a:pPr marL="0" indent="0">
              <a:buNone/>
            </a:pPr>
            <a:r>
              <a:rPr lang="en-US" dirty="0"/>
              <a:t>Financial leverage</a:t>
            </a:r>
          </a:p>
          <a:p>
            <a:pPr marL="0" indent="0">
              <a:buNone/>
            </a:pPr>
            <a:r>
              <a:rPr lang="en-US" dirty="0"/>
              <a:t>Consumer loyalty</a:t>
            </a:r>
          </a:p>
          <a:p>
            <a:endParaRPr lang="en-US" dirty="0"/>
          </a:p>
        </p:txBody>
      </p:sp>
      <p:graphicFrame>
        <p:nvGraphicFramePr>
          <p:cNvPr id="7" name="Tabla 6"/>
          <p:cNvGraphicFramePr>
            <a:graphicFrameLocks noGrp="1"/>
          </p:cNvGraphicFramePr>
          <p:nvPr/>
        </p:nvGraphicFramePr>
        <p:xfrm>
          <a:off x="4459986" y="1529335"/>
          <a:ext cx="4462463" cy="24574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8260">
                  <a:extLst>
                    <a:ext uri="{9D8B030D-6E8A-4147-A177-3AD203B41FA5}">
                      <a16:colId xmlns:a16="http://schemas.microsoft.com/office/drawing/2014/main" val="1701754631"/>
                    </a:ext>
                  </a:extLst>
                </a:gridCol>
                <a:gridCol w="584835">
                  <a:extLst>
                    <a:ext uri="{9D8B030D-6E8A-4147-A177-3AD203B41FA5}">
                      <a16:colId xmlns:a16="http://schemas.microsoft.com/office/drawing/2014/main" val="1366228347"/>
                    </a:ext>
                  </a:extLst>
                </a:gridCol>
                <a:gridCol w="981314">
                  <a:extLst>
                    <a:ext uri="{9D8B030D-6E8A-4147-A177-3AD203B41FA5}">
                      <a16:colId xmlns:a16="http://schemas.microsoft.com/office/drawing/2014/main" val="3458025657"/>
                    </a:ext>
                  </a:extLst>
                </a:gridCol>
                <a:gridCol w="689610">
                  <a:extLst>
                    <a:ext uri="{9D8B030D-6E8A-4147-A177-3AD203B41FA5}">
                      <a16:colId xmlns:a16="http://schemas.microsoft.com/office/drawing/2014/main" val="2504927314"/>
                    </a:ext>
                  </a:extLst>
                </a:gridCol>
                <a:gridCol w="888444">
                  <a:extLst>
                    <a:ext uri="{9D8B030D-6E8A-4147-A177-3AD203B41FA5}">
                      <a16:colId xmlns:a16="http://schemas.microsoft.com/office/drawing/2014/main" val="3793178802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lang="en-US" sz="800" noProof="0" dirty="0"/>
                        <a:t>Current </a:t>
                      </a:r>
                    </a:p>
                    <a:p>
                      <a:pPr algn="ctr"/>
                      <a:r>
                        <a:rPr lang="en-US" sz="800" noProof="0" dirty="0"/>
                        <a:t>Rank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noProof="0" dirty="0"/>
                        <a:t>Previous</a:t>
                      </a:r>
                    </a:p>
                    <a:p>
                      <a:pPr algn="ctr"/>
                      <a:r>
                        <a:rPr lang="en-US" sz="800" noProof="0" dirty="0"/>
                        <a:t>Rank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noProof="0" dirty="0"/>
                        <a:t>Band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noProof="0" dirty="0"/>
                        <a:t>Country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noProof="0" dirty="0"/>
                        <a:t>Value in </a:t>
                      </a:r>
                    </a:p>
                    <a:p>
                      <a:pPr algn="ctr"/>
                      <a:r>
                        <a:rPr lang="en-US" sz="800" noProof="0" dirty="0"/>
                        <a:t>Millions of USD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2697838047"/>
                  </a:ext>
                </a:extLst>
              </a:tr>
              <a:tr h="194310">
                <a:tc>
                  <a:txBody>
                    <a:bodyPr/>
                    <a:lstStyle/>
                    <a:p>
                      <a:pPr algn="ctr"/>
                      <a:r>
                        <a:rPr lang="en-US" sz="800" noProof="0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 marL="68580" marR="68580" marT="34290" marB="3429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noProof="0" dirty="0"/>
                        <a:t>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noProof="0" dirty="0"/>
                        <a:t>Apple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noProof="0" dirty="0"/>
                        <a:t>USA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noProof="0" dirty="0"/>
                        <a:t>170,276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2235514602"/>
                  </a:ext>
                </a:extLst>
              </a:tr>
              <a:tr h="194310">
                <a:tc>
                  <a:txBody>
                    <a:bodyPr/>
                    <a:lstStyle/>
                    <a:p>
                      <a:pPr algn="ctr"/>
                      <a:r>
                        <a:rPr lang="en-US" sz="800" noProof="0" dirty="0">
                          <a:solidFill>
                            <a:schemeClr val="bg1"/>
                          </a:solidFill>
                        </a:rPr>
                        <a:t>2</a:t>
                      </a:r>
                    </a:p>
                  </a:txBody>
                  <a:tcPr marL="68580" marR="68580" marT="34290" marB="3429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noProof="0" dirty="0"/>
                        <a:t>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noProof="0" dirty="0"/>
                        <a:t>Google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noProof="0" dirty="0"/>
                        <a:t>USA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noProof="0" dirty="0"/>
                        <a:t>120,314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590687933"/>
                  </a:ext>
                </a:extLst>
              </a:tr>
              <a:tr h="194310">
                <a:tc>
                  <a:txBody>
                    <a:bodyPr/>
                    <a:lstStyle/>
                    <a:p>
                      <a:pPr algn="ctr"/>
                      <a:r>
                        <a:rPr lang="en-US" sz="800" noProof="0" dirty="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 marL="68580" marR="68580" marT="34290" marB="3429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noProof="0" dirty="0"/>
                        <a:t>3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noProof="0" dirty="0"/>
                        <a:t>Coca-Cola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noProof="0" dirty="0"/>
                        <a:t>USA</a:t>
                      </a:r>
                      <a:endParaRPr lang="en-US" sz="8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noProof="0" dirty="0"/>
                        <a:t>78,423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491035406"/>
                  </a:ext>
                </a:extLst>
              </a:tr>
              <a:tr h="194310">
                <a:tc>
                  <a:txBody>
                    <a:bodyPr/>
                    <a:lstStyle/>
                    <a:p>
                      <a:pPr algn="ctr"/>
                      <a:r>
                        <a:rPr lang="en-US" sz="800" noProof="0" dirty="0">
                          <a:solidFill>
                            <a:schemeClr val="bg1"/>
                          </a:solidFill>
                        </a:rPr>
                        <a:t>4</a:t>
                      </a:r>
                    </a:p>
                  </a:txBody>
                  <a:tcPr marL="68580" marR="68580" marT="34290" marB="3429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noProof="0" dirty="0"/>
                        <a:t>5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noProof="0" dirty="0"/>
                        <a:t>Microsoft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noProof="0" dirty="0"/>
                        <a:t>USA</a:t>
                      </a:r>
                      <a:endParaRPr lang="en-US" sz="8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noProof="0" dirty="0"/>
                        <a:t>67,670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2776012816"/>
                  </a:ext>
                </a:extLst>
              </a:tr>
              <a:tr h="194310">
                <a:tc>
                  <a:txBody>
                    <a:bodyPr/>
                    <a:lstStyle/>
                    <a:p>
                      <a:pPr algn="ctr"/>
                      <a:r>
                        <a:rPr lang="en-US" sz="800" noProof="0" dirty="0">
                          <a:solidFill>
                            <a:schemeClr val="bg1"/>
                          </a:solidFill>
                        </a:rPr>
                        <a:t>5</a:t>
                      </a:r>
                    </a:p>
                  </a:txBody>
                  <a:tcPr marL="68580" marR="68580" marT="34290" marB="3429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noProof="0" dirty="0"/>
                        <a:t>4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noProof="0" dirty="0"/>
                        <a:t>IBM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noProof="0" dirty="0"/>
                        <a:t>USA</a:t>
                      </a:r>
                      <a:endParaRPr lang="en-US" sz="8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noProof="0" dirty="0"/>
                        <a:t>65,095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2112789595"/>
                  </a:ext>
                </a:extLst>
              </a:tr>
              <a:tr h="194310">
                <a:tc>
                  <a:txBody>
                    <a:bodyPr/>
                    <a:lstStyle/>
                    <a:p>
                      <a:pPr algn="ctr"/>
                      <a:r>
                        <a:rPr lang="en-US" sz="800" noProof="0" dirty="0">
                          <a:solidFill>
                            <a:schemeClr val="bg1"/>
                          </a:solidFill>
                        </a:rPr>
                        <a:t>6</a:t>
                      </a:r>
                    </a:p>
                  </a:txBody>
                  <a:tcPr marL="68580" marR="68580" marT="34290" marB="3429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noProof="0" dirty="0"/>
                        <a:t>8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noProof="0" dirty="0"/>
                        <a:t>Toyota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noProof="0" dirty="0"/>
                        <a:t>JAPAN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noProof="0" dirty="0"/>
                        <a:t>49,048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4083106635"/>
                  </a:ext>
                </a:extLst>
              </a:tr>
              <a:tr h="194310">
                <a:tc>
                  <a:txBody>
                    <a:bodyPr/>
                    <a:lstStyle/>
                    <a:p>
                      <a:pPr algn="ctr"/>
                      <a:r>
                        <a:rPr lang="en-US" sz="800" noProof="0" dirty="0">
                          <a:solidFill>
                            <a:schemeClr val="bg1"/>
                          </a:solidFill>
                        </a:rPr>
                        <a:t>7</a:t>
                      </a:r>
                    </a:p>
                  </a:txBody>
                  <a:tcPr marL="68580" marR="68580" marT="34290" marB="3429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noProof="0" dirty="0"/>
                        <a:t>7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noProof="0" dirty="0"/>
                        <a:t>Samsung</a:t>
                      </a:r>
                      <a:r>
                        <a:rPr lang="es-MX" sz="800" dirty="0"/>
                        <a:t> </a:t>
                      </a:r>
                      <a:r>
                        <a:rPr lang="en-US" sz="800" noProof="0" dirty="0"/>
                        <a:t>Group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noProof="0" dirty="0"/>
                        <a:t>KOREA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noProof="0" dirty="0"/>
                        <a:t>45,297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676290142"/>
                  </a:ext>
                </a:extLst>
              </a:tr>
              <a:tr h="194310">
                <a:tc>
                  <a:txBody>
                    <a:bodyPr/>
                    <a:lstStyle/>
                    <a:p>
                      <a:pPr algn="ctr"/>
                      <a:r>
                        <a:rPr lang="en-US" sz="800" noProof="0" dirty="0">
                          <a:solidFill>
                            <a:schemeClr val="bg1"/>
                          </a:solidFill>
                        </a:rPr>
                        <a:t>8</a:t>
                      </a:r>
                    </a:p>
                  </a:txBody>
                  <a:tcPr marL="68580" marR="68580" marT="34290" marB="3429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noProof="0" dirty="0"/>
                        <a:t>6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noProof="0" dirty="0"/>
                        <a:t>General Electric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noProof="0" dirty="0"/>
                        <a:t>USA</a:t>
                      </a:r>
                      <a:endParaRPr lang="en-US" sz="8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noProof="0" dirty="0"/>
                        <a:t>42,267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3304887505"/>
                  </a:ext>
                </a:extLst>
              </a:tr>
              <a:tr h="194310">
                <a:tc>
                  <a:txBody>
                    <a:bodyPr/>
                    <a:lstStyle/>
                    <a:p>
                      <a:pPr algn="ctr"/>
                      <a:r>
                        <a:rPr lang="en-US" sz="800" noProof="0" dirty="0">
                          <a:solidFill>
                            <a:schemeClr val="bg1"/>
                          </a:solidFill>
                        </a:rPr>
                        <a:t>9</a:t>
                      </a:r>
                    </a:p>
                  </a:txBody>
                  <a:tcPr marL="68580" marR="68580" marT="34290" marB="3429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noProof="0" dirty="0"/>
                        <a:t>9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noProof="0" dirty="0"/>
                        <a:t>McDonalds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noProof="0" dirty="0"/>
                        <a:t>USA</a:t>
                      </a:r>
                      <a:endParaRPr lang="en-US" sz="8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noProof="0" dirty="0"/>
                        <a:t>39,809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4090485725"/>
                  </a:ext>
                </a:extLst>
              </a:tr>
              <a:tr h="194310">
                <a:tc>
                  <a:txBody>
                    <a:bodyPr/>
                    <a:lstStyle/>
                    <a:p>
                      <a:pPr algn="ctr"/>
                      <a:r>
                        <a:rPr lang="en-US" sz="800" noProof="0" dirty="0">
                          <a:solidFill>
                            <a:schemeClr val="bg1"/>
                          </a:solidFill>
                        </a:rPr>
                        <a:t>10</a:t>
                      </a:r>
                    </a:p>
                  </a:txBody>
                  <a:tcPr marL="68580" marR="68580" marT="34290" marB="3429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noProof="0" dirty="0"/>
                        <a:t>15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noProof="0" dirty="0"/>
                        <a:t>Amazon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noProof="0" dirty="0"/>
                        <a:t>USA</a:t>
                      </a:r>
                      <a:endParaRPr lang="en-US" sz="8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noProof="0" dirty="0"/>
                        <a:t>37,948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694438885"/>
                  </a:ext>
                </a:extLst>
              </a:tr>
              <a:tr h="194310">
                <a:tc>
                  <a:txBody>
                    <a:bodyPr/>
                    <a:lstStyle/>
                    <a:p>
                      <a:pPr algn="ctr"/>
                      <a:r>
                        <a:rPr lang="en-US" sz="800" noProof="0" dirty="0">
                          <a:solidFill>
                            <a:schemeClr val="bg1"/>
                          </a:solidFill>
                        </a:rPr>
                        <a:t>11</a:t>
                      </a:r>
                    </a:p>
                  </a:txBody>
                  <a:tcPr marL="68580" marR="68580" marT="34290" marB="3429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noProof="0" dirty="0"/>
                        <a:t>11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noProof="0" dirty="0"/>
                        <a:t>BMW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noProof="0" dirty="0"/>
                        <a:t>GERMANY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noProof="0" dirty="0"/>
                        <a:t>37,212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82433956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921265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2C2A63-1475-4079-A816-9CC81ACD7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lang="en-US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R="0" rtl="0"/>
            <a:r>
              <a:rPr lang="en-US" b="1" i="0" u="none" strike="noStrike" baseline="0" dirty="0">
                <a:solidFill>
                  <a:prstClr val="black"/>
                </a:solidFill>
              </a:rPr>
              <a:t>Emotional Response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2FB5147-B1F0-4FEB-AEFE-4F2A59811B20}"/>
              </a:ext>
            </a:extLst>
          </p:cNvPr>
          <p:cNvGraphicFramePr>
            <a:graphicFrameLocks noGrp="1"/>
          </p:cNvGraphicFramePr>
          <p:nvPr/>
        </p:nvGraphicFramePr>
        <p:xfrm>
          <a:off x="759657" y="1403252"/>
          <a:ext cx="7586004" cy="329184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025747">
                  <a:extLst>
                    <a:ext uri="{9D8B030D-6E8A-4147-A177-3AD203B41FA5}">
                      <a16:colId xmlns:a16="http://schemas.microsoft.com/office/drawing/2014/main" val="3647678674"/>
                    </a:ext>
                  </a:extLst>
                </a:gridCol>
                <a:gridCol w="1853419">
                  <a:extLst>
                    <a:ext uri="{9D8B030D-6E8A-4147-A177-3AD203B41FA5}">
                      <a16:colId xmlns:a16="http://schemas.microsoft.com/office/drawing/2014/main" val="4172241136"/>
                    </a:ext>
                  </a:extLst>
                </a:gridCol>
                <a:gridCol w="1853419">
                  <a:extLst>
                    <a:ext uri="{9D8B030D-6E8A-4147-A177-3AD203B41FA5}">
                      <a16:colId xmlns:a16="http://schemas.microsoft.com/office/drawing/2014/main" val="1712908628"/>
                    </a:ext>
                  </a:extLst>
                </a:gridCol>
                <a:gridCol w="1853419">
                  <a:extLst>
                    <a:ext uri="{9D8B030D-6E8A-4147-A177-3AD203B41FA5}">
                      <a16:colId xmlns:a16="http://schemas.microsoft.com/office/drawing/2014/main" val="2024426770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2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100" dirty="0">
                          <a:effectLst/>
                        </a:rPr>
                        <a:t>Health/Beauty</a:t>
                      </a:r>
                      <a:endParaRPr lang="en-US" sz="2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100" dirty="0">
                          <a:effectLst/>
                        </a:rPr>
                        <a:t>Automobile</a:t>
                      </a:r>
                      <a:endParaRPr lang="en-US" sz="2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100" dirty="0">
                          <a:effectLst/>
                        </a:rPr>
                        <a:t>Food/Drink</a:t>
                      </a:r>
                      <a:endParaRPr lang="en-US" sz="2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435" marR="51435" marT="0" marB="0"/>
                </a:tc>
                <a:extLst>
                  <a:ext uri="{0D108BD9-81ED-4DB2-BD59-A6C34878D82A}">
                    <a16:rowId xmlns:a16="http://schemas.microsoft.com/office/drawing/2014/main" val="2385796746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100">
                          <a:effectLst/>
                        </a:rPr>
                        <a:t>Humor</a:t>
                      </a:r>
                      <a:endParaRPr lang="en-US" sz="2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100" dirty="0">
                          <a:effectLst/>
                        </a:rPr>
                        <a:t>20</a:t>
                      </a:r>
                      <a:endParaRPr lang="en-US" sz="2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100">
                          <a:effectLst/>
                        </a:rPr>
                        <a:t>10</a:t>
                      </a:r>
                      <a:endParaRPr lang="en-US" sz="2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100">
                          <a:effectLst/>
                        </a:rPr>
                        <a:t>25</a:t>
                      </a:r>
                      <a:endParaRPr lang="en-US" sz="2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435" marR="51435" marT="0" marB="0"/>
                </a:tc>
                <a:extLst>
                  <a:ext uri="{0D108BD9-81ED-4DB2-BD59-A6C34878D82A}">
                    <a16:rowId xmlns:a16="http://schemas.microsoft.com/office/drawing/2014/main" val="3753871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100">
                          <a:effectLst/>
                        </a:rPr>
                        <a:t>Happiness</a:t>
                      </a:r>
                      <a:endParaRPr lang="en-US" sz="2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100">
                          <a:effectLst/>
                        </a:rPr>
                        <a:t>80</a:t>
                      </a:r>
                      <a:endParaRPr lang="en-US" sz="2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100">
                          <a:effectLst/>
                        </a:rPr>
                        <a:t>25</a:t>
                      </a:r>
                      <a:endParaRPr lang="en-US" sz="2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100">
                          <a:effectLst/>
                        </a:rPr>
                        <a:t>60</a:t>
                      </a:r>
                      <a:endParaRPr lang="en-US" sz="2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435" marR="51435" marT="0" marB="0"/>
                </a:tc>
                <a:extLst>
                  <a:ext uri="{0D108BD9-81ED-4DB2-BD59-A6C34878D82A}">
                    <a16:rowId xmlns:a16="http://schemas.microsoft.com/office/drawing/2014/main" val="289943154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100">
                          <a:effectLst/>
                        </a:rPr>
                        <a:t>Safety</a:t>
                      </a:r>
                      <a:endParaRPr lang="en-US" sz="2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100">
                          <a:effectLst/>
                        </a:rPr>
                        <a:t>15</a:t>
                      </a:r>
                      <a:endParaRPr lang="en-US" sz="2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100">
                          <a:effectLst/>
                        </a:rPr>
                        <a:t>45</a:t>
                      </a:r>
                      <a:endParaRPr lang="en-US" sz="2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100">
                          <a:effectLst/>
                        </a:rPr>
                        <a:t>20</a:t>
                      </a:r>
                      <a:endParaRPr lang="en-US" sz="2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435" marR="51435" marT="0" marB="0"/>
                </a:tc>
                <a:extLst>
                  <a:ext uri="{0D108BD9-81ED-4DB2-BD59-A6C34878D82A}">
                    <a16:rowId xmlns:a16="http://schemas.microsoft.com/office/drawing/2014/main" val="33984828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100">
                          <a:effectLst/>
                        </a:rPr>
                        <a:t>Family values</a:t>
                      </a:r>
                      <a:endParaRPr lang="en-US" sz="2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100">
                          <a:effectLst/>
                        </a:rPr>
                        <a:t>50</a:t>
                      </a:r>
                      <a:endParaRPr lang="en-US" sz="2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100">
                          <a:effectLst/>
                        </a:rPr>
                        <a:t>20</a:t>
                      </a:r>
                      <a:endParaRPr lang="en-US" sz="2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100">
                          <a:effectLst/>
                        </a:rPr>
                        <a:t>35</a:t>
                      </a:r>
                      <a:endParaRPr lang="en-US" sz="2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435" marR="51435" marT="0" marB="0"/>
                </a:tc>
                <a:extLst>
                  <a:ext uri="{0D108BD9-81ED-4DB2-BD59-A6C34878D82A}">
                    <a16:rowId xmlns:a16="http://schemas.microsoft.com/office/drawing/2014/main" val="141807274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100">
                          <a:effectLst/>
                        </a:rPr>
                        <a:t>Self-image</a:t>
                      </a:r>
                      <a:endParaRPr lang="en-US" sz="2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100" dirty="0">
                          <a:effectLst/>
                        </a:rPr>
                        <a:t>50</a:t>
                      </a:r>
                      <a:endParaRPr lang="en-US" sz="2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100" dirty="0">
                          <a:effectLst/>
                        </a:rPr>
                        <a:t>5</a:t>
                      </a:r>
                      <a:endParaRPr lang="en-US" sz="2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100" dirty="0">
                          <a:effectLst/>
                        </a:rPr>
                        <a:t>71</a:t>
                      </a:r>
                      <a:endParaRPr lang="en-US" sz="2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435" marR="51435" marT="0" marB="0"/>
                </a:tc>
                <a:extLst>
                  <a:ext uri="{0D108BD9-81ED-4DB2-BD59-A6C34878D82A}">
                    <a16:rowId xmlns:a16="http://schemas.microsoft.com/office/drawing/2014/main" val="2735589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68388797"/>
      </p:ext>
    </p:extLst>
  </p:cSld>
  <p:clrMapOvr>
    <a:masterClrMapping/>
  </p:clrMapOvr>
</p:sld>
</file>

<file path=ppt/theme/theme1.xml><?xml version="1.0" encoding="utf-8"?>
<a:theme xmlns:a="http://schemas.openxmlformats.org/drawingml/2006/main" name="View">
  <a:themeElements>
    <a:clrScheme name="View">
      <a:dk1>
        <a:srgbClr val="000000"/>
      </a:dk1>
      <a:lt1>
        <a:srgbClr val="FFFFFF"/>
      </a:lt1>
      <a:dk2>
        <a:srgbClr val="46464A"/>
      </a:dk2>
      <a:lt2>
        <a:srgbClr val="D6D3CC"/>
      </a:lt2>
      <a:accent1>
        <a:srgbClr val="6F6F74"/>
      </a:accent1>
      <a:accent2>
        <a:srgbClr val="92A9B9"/>
      </a:accent2>
      <a:accent3>
        <a:srgbClr val="A7B789"/>
      </a:accent3>
      <a:accent4>
        <a:srgbClr val="B9A489"/>
      </a:accent4>
      <a:accent5>
        <a:srgbClr val="8D6374"/>
      </a:accent5>
      <a:accent6>
        <a:srgbClr val="9B7362"/>
      </a:accent6>
      <a:hlink>
        <a:srgbClr val="67AABF"/>
      </a:hlink>
      <a:folHlink>
        <a:srgbClr val="ABAFA5"/>
      </a:folHlink>
    </a:clrScheme>
    <a:fontScheme name="View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View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TC103457515[[fn=View]]</Template>
  <TotalTime>368</TotalTime>
  <Words>229</Words>
  <Application>Microsoft Office PowerPoint</Application>
  <PresentationFormat>On-screen Show (16:9)</PresentationFormat>
  <Paragraphs>115</Paragraphs>
  <Slides>7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Arial</vt:lpstr>
      <vt:lpstr>Calibri</vt:lpstr>
      <vt:lpstr>Calibri Light</vt:lpstr>
      <vt:lpstr>Century Schoolbook</vt:lpstr>
      <vt:lpstr>Wingdings</vt:lpstr>
      <vt:lpstr>Wingdings 2</vt:lpstr>
      <vt:lpstr>View</vt:lpstr>
      <vt:lpstr>Office Theme</vt:lpstr>
      <vt:lpstr>New Ski Tours</vt:lpstr>
      <vt:lpstr>Agenda</vt:lpstr>
      <vt:lpstr>Hiking</vt:lpstr>
      <vt:lpstr>Annual Snowfall</vt:lpstr>
      <vt:lpstr>PowerPoint Presentation</vt:lpstr>
      <vt:lpstr>List of the 10 most valuable brands</vt:lpstr>
      <vt:lpstr>Emotional Response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Minh Nguyen</cp:lastModifiedBy>
  <cp:revision>30</cp:revision>
  <dcterms:created xsi:type="dcterms:W3CDTF">2010-10-01T05:44:37Z</dcterms:created>
  <dcterms:modified xsi:type="dcterms:W3CDTF">2025-09-14T16:13:30Z</dcterms:modified>
</cp:coreProperties>
</file>